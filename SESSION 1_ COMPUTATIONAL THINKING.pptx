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Molengo"/>
      <p:regular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Montserrat Alternates"/>
      <p:regular r:id="rId34"/>
      <p:bold r:id="rId35"/>
      <p:italic r:id="rId36"/>
      <p:boldItalic r:id="rId37"/>
    </p:embeddedFont>
    <p:embeddedFont>
      <p:font typeface="Montserrat Alternates Medium"/>
      <p:regular r:id="rId38"/>
      <p:bold r:id="rId39"/>
      <p:italic r:id="rId40"/>
      <p:boldItalic r:id="rId41"/>
    </p:embeddedFont>
    <p:embeddedFont>
      <p:font typeface="DM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AlternatesMedium-italic.fntdata"/><Relationship Id="rId20" Type="http://schemas.openxmlformats.org/officeDocument/2006/relationships/slide" Target="slides/slide15.xml"/><Relationship Id="rId42" Type="http://schemas.openxmlformats.org/officeDocument/2006/relationships/font" Target="fonts/DMSans-regular.fntdata"/><Relationship Id="rId41" Type="http://schemas.openxmlformats.org/officeDocument/2006/relationships/font" Target="fonts/MontserratAlternatesMedium-boldItalic.fntdata"/><Relationship Id="rId22" Type="http://schemas.openxmlformats.org/officeDocument/2006/relationships/slide" Target="slides/slide17.xml"/><Relationship Id="rId44" Type="http://schemas.openxmlformats.org/officeDocument/2006/relationships/font" Target="fonts/DMSans-italic.fntdata"/><Relationship Id="rId21" Type="http://schemas.openxmlformats.org/officeDocument/2006/relationships/slide" Target="slides/slide16.xml"/><Relationship Id="rId43" Type="http://schemas.openxmlformats.org/officeDocument/2006/relationships/font" Target="fonts/DM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leng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Alternates-bold.fntdata"/><Relationship Id="rId12" Type="http://schemas.openxmlformats.org/officeDocument/2006/relationships/slide" Target="slides/slide7.xml"/><Relationship Id="rId34" Type="http://schemas.openxmlformats.org/officeDocument/2006/relationships/font" Target="fonts/MontserratAlternates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Alternates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Alternates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AlternatesMedium-bold.fntdata"/><Relationship Id="rId16" Type="http://schemas.openxmlformats.org/officeDocument/2006/relationships/slide" Target="slides/slide11.xml"/><Relationship Id="rId38" Type="http://schemas.openxmlformats.org/officeDocument/2006/relationships/font" Target="fonts/MontserratAlternatesMedium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04ad011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f04ad011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d1bf8d60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d1bf8d60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f04ad011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f04ad011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04ad011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f04ad011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f04ad011e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f04ad011e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04ad011e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f04ad011e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04ad011e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f04ad011e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f04ad011e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f04ad011e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f04ad011e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f04ad011e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f04ad011e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f04ad011e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f04ad011e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f04ad011e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f04ad011e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f04ad011e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f04ad011e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f04ad011e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f04ad011e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f04ad011e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f04ad011e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f04ad011e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f04ad011e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f04ad011e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f04ad011e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f04ad011e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f04ad011e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f04ad011e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f04ad011e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f04ad011e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f04ad011e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f04ad011e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f04ad011e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f04ad011e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f04ad011e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f04ad011e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889775" y="1144950"/>
            <a:ext cx="4537200" cy="210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89775" y="3507550"/>
            <a:ext cx="45372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Molengo"/>
                <a:ea typeface="Molengo"/>
                <a:cs typeface="Molengo"/>
                <a:sym typeface="Moleng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lengo"/>
                <a:ea typeface="Molengo"/>
                <a:cs typeface="Molengo"/>
                <a:sym typeface="Molengo"/>
              </a:rPr>
              <a:t> </a:t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472600" y="2076825"/>
            <a:ext cx="3958200" cy="145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6728275" y="988465"/>
            <a:ext cx="1702500" cy="10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>
                <a:solidFill>
                  <a:schemeClr val="dk2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472600" y="3697225"/>
            <a:ext cx="39582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020151"/>
            <a:ext cx="77040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 rot="609176">
            <a:off x="-442174" y="981656"/>
            <a:ext cx="1075778" cy="1075778"/>
            <a:chOff x="7174069" y="3047744"/>
            <a:chExt cx="1555652" cy="1555652"/>
          </a:xfrm>
        </p:grpSpPr>
        <p:sp>
          <p:nvSpPr>
            <p:cNvPr id="22" name="Google Shape;22;p4"/>
            <p:cNvSpPr/>
            <p:nvPr/>
          </p:nvSpPr>
          <p:spPr>
            <a:xfrm>
              <a:off x="7174069" y="3047744"/>
              <a:ext cx="1555652" cy="1555652"/>
            </a:xfrm>
            <a:custGeom>
              <a:rect b="b" l="l" r="r" t="t"/>
              <a:pathLst>
                <a:path extrusionOk="0" h="1987" w="1987">
                  <a:moveTo>
                    <a:pt x="993" y="1987"/>
                  </a:moveTo>
                  <a:cubicBezTo>
                    <a:pt x="942" y="1987"/>
                    <a:pt x="890" y="1983"/>
                    <a:pt x="839" y="1975"/>
                  </a:cubicBezTo>
                  <a:cubicBezTo>
                    <a:pt x="735" y="1959"/>
                    <a:pt x="635" y="1927"/>
                    <a:pt x="541" y="1878"/>
                  </a:cubicBezTo>
                  <a:cubicBezTo>
                    <a:pt x="380" y="1796"/>
                    <a:pt x="245" y="1672"/>
                    <a:pt x="150" y="1519"/>
                  </a:cubicBezTo>
                  <a:cubicBezTo>
                    <a:pt x="51" y="1362"/>
                    <a:pt x="0" y="1180"/>
                    <a:pt x="0" y="994"/>
                  </a:cubicBezTo>
                  <a:cubicBezTo>
                    <a:pt x="0" y="866"/>
                    <a:pt x="23" y="743"/>
                    <a:pt x="70" y="625"/>
                  </a:cubicBezTo>
                  <a:cubicBezTo>
                    <a:pt x="160" y="400"/>
                    <a:pt x="329" y="215"/>
                    <a:pt x="546" y="106"/>
                  </a:cubicBezTo>
                  <a:cubicBezTo>
                    <a:pt x="686" y="36"/>
                    <a:pt x="836" y="0"/>
                    <a:pt x="993" y="0"/>
                  </a:cubicBezTo>
                  <a:cubicBezTo>
                    <a:pt x="1164" y="0"/>
                    <a:pt x="1333" y="44"/>
                    <a:pt x="1481" y="128"/>
                  </a:cubicBezTo>
                  <a:cubicBezTo>
                    <a:pt x="1625" y="209"/>
                    <a:pt x="1747" y="326"/>
                    <a:pt x="1835" y="466"/>
                  </a:cubicBezTo>
                  <a:cubicBezTo>
                    <a:pt x="1896" y="563"/>
                    <a:pt x="1939" y="669"/>
                    <a:pt x="1964" y="780"/>
                  </a:cubicBezTo>
                  <a:cubicBezTo>
                    <a:pt x="1964" y="782"/>
                    <a:pt x="1965" y="784"/>
                    <a:pt x="1965" y="785"/>
                  </a:cubicBezTo>
                  <a:cubicBezTo>
                    <a:pt x="1971" y="813"/>
                    <a:pt x="1975" y="841"/>
                    <a:pt x="1979" y="869"/>
                  </a:cubicBezTo>
                  <a:cubicBezTo>
                    <a:pt x="1981" y="884"/>
                    <a:pt x="1982" y="898"/>
                    <a:pt x="1984" y="913"/>
                  </a:cubicBezTo>
                  <a:cubicBezTo>
                    <a:pt x="1986" y="939"/>
                    <a:pt x="1987" y="966"/>
                    <a:pt x="1987" y="993"/>
                  </a:cubicBezTo>
                  <a:cubicBezTo>
                    <a:pt x="1987" y="1177"/>
                    <a:pt x="1936" y="1357"/>
                    <a:pt x="1841" y="1512"/>
                  </a:cubicBezTo>
                  <a:lnTo>
                    <a:pt x="1839" y="1515"/>
                  </a:lnTo>
                  <a:cubicBezTo>
                    <a:pt x="1822" y="1542"/>
                    <a:pt x="1804" y="1569"/>
                    <a:pt x="1785" y="1594"/>
                  </a:cubicBezTo>
                  <a:cubicBezTo>
                    <a:pt x="1694" y="1713"/>
                    <a:pt x="1576" y="1812"/>
                    <a:pt x="1442" y="1880"/>
                  </a:cubicBezTo>
                  <a:cubicBezTo>
                    <a:pt x="1303" y="1951"/>
                    <a:pt x="1151" y="1987"/>
                    <a:pt x="993" y="19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7203820" y="3077495"/>
              <a:ext cx="1496151" cy="1496151"/>
            </a:xfrm>
            <a:custGeom>
              <a:rect b="b" l="l" r="r" t="t"/>
              <a:pathLst>
                <a:path extrusionOk="0" h="1911" w="1911">
                  <a:moveTo>
                    <a:pt x="1911" y="955"/>
                  </a:moveTo>
                  <a:cubicBezTo>
                    <a:pt x="1911" y="1123"/>
                    <a:pt x="1867" y="1288"/>
                    <a:pt x="1783" y="1433"/>
                  </a:cubicBezTo>
                  <a:cubicBezTo>
                    <a:pt x="1699" y="1578"/>
                    <a:pt x="1578" y="1699"/>
                    <a:pt x="1433" y="1783"/>
                  </a:cubicBezTo>
                  <a:cubicBezTo>
                    <a:pt x="1288" y="1867"/>
                    <a:pt x="1122" y="1911"/>
                    <a:pt x="955" y="1911"/>
                  </a:cubicBezTo>
                  <a:cubicBezTo>
                    <a:pt x="787" y="1911"/>
                    <a:pt x="623" y="1867"/>
                    <a:pt x="478" y="1783"/>
                  </a:cubicBezTo>
                  <a:cubicBezTo>
                    <a:pt x="332" y="1699"/>
                    <a:pt x="212" y="1578"/>
                    <a:pt x="128" y="1433"/>
                  </a:cubicBezTo>
                  <a:cubicBezTo>
                    <a:pt x="44" y="1288"/>
                    <a:pt x="0" y="1123"/>
                    <a:pt x="0" y="955"/>
                  </a:cubicBezTo>
                  <a:cubicBezTo>
                    <a:pt x="0" y="788"/>
                    <a:pt x="44" y="623"/>
                    <a:pt x="128" y="478"/>
                  </a:cubicBezTo>
                  <a:cubicBezTo>
                    <a:pt x="212" y="333"/>
                    <a:pt x="332" y="212"/>
                    <a:pt x="478" y="128"/>
                  </a:cubicBezTo>
                  <a:cubicBezTo>
                    <a:pt x="623" y="44"/>
                    <a:pt x="788" y="0"/>
                    <a:pt x="955" y="0"/>
                  </a:cubicBezTo>
                  <a:cubicBezTo>
                    <a:pt x="1123" y="0"/>
                    <a:pt x="1288" y="44"/>
                    <a:pt x="1433" y="128"/>
                  </a:cubicBezTo>
                  <a:cubicBezTo>
                    <a:pt x="1578" y="212"/>
                    <a:pt x="1699" y="333"/>
                    <a:pt x="1783" y="478"/>
                  </a:cubicBezTo>
                  <a:cubicBezTo>
                    <a:pt x="1867" y="623"/>
                    <a:pt x="1911" y="788"/>
                    <a:pt x="1911" y="9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7501327" y="4163396"/>
              <a:ext cx="746118" cy="139359"/>
            </a:xfrm>
            <a:custGeom>
              <a:rect b="b" l="l" r="r" t="t"/>
              <a:pathLst>
                <a:path extrusionOk="0" h="178" w="953">
                  <a:moveTo>
                    <a:pt x="953" y="178"/>
                  </a:moveTo>
                  <a:lnTo>
                    <a:pt x="0" y="178"/>
                  </a:lnTo>
                  <a:cubicBezTo>
                    <a:pt x="32" y="151"/>
                    <a:pt x="75" y="137"/>
                    <a:pt x="117" y="141"/>
                  </a:cubicBezTo>
                  <a:cubicBezTo>
                    <a:pt x="141" y="144"/>
                    <a:pt x="164" y="152"/>
                    <a:pt x="188" y="155"/>
                  </a:cubicBezTo>
                  <a:cubicBezTo>
                    <a:pt x="212" y="158"/>
                    <a:pt x="239" y="155"/>
                    <a:pt x="256" y="139"/>
                  </a:cubicBezTo>
                  <a:cubicBezTo>
                    <a:pt x="266" y="129"/>
                    <a:pt x="273" y="117"/>
                    <a:pt x="281" y="105"/>
                  </a:cubicBezTo>
                  <a:cubicBezTo>
                    <a:pt x="293" y="88"/>
                    <a:pt x="310" y="75"/>
                    <a:pt x="329" y="63"/>
                  </a:cubicBezTo>
                  <a:cubicBezTo>
                    <a:pt x="428" y="-1"/>
                    <a:pt x="554" y="-15"/>
                    <a:pt x="668" y="13"/>
                  </a:cubicBezTo>
                  <a:cubicBezTo>
                    <a:pt x="769" y="37"/>
                    <a:pt x="873" y="105"/>
                    <a:pt x="953" y="1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9075" lIns="90000" spcFirstLastPara="1" rIns="90000" wrap="square" tIns="19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889652" y="3721833"/>
              <a:ext cx="746118" cy="138576"/>
            </a:xfrm>
            <a:custGeom>
              <a:rect b="b" l="l" r="r" t="t"/>
              <a:pathLst>
                <a:path extrusionOk="0" h="177" w="953">
                  <a:moveTo>
                    <a:pt x="953" y="177"/>
                  </a:moveTo>
                  <a:lnTo>
                    <a:pt x="0" y="177"/>
                  </a:lnTo>
                  <a:cubicBezTo>
                    <a:pt x="32" y="150"/>
                    <a:pt x="75" y="136"/>
                    <a:pt x="117" y="141"/>
                  </a:cubicBezTo>
                  <a:cubicBezTo>
                    <a:pt x="141" y="143"/>
                    <a:pt x="164" y="152"/>
                    <a:pt x="188" y="155"/>
                  </a:cubicBezTo>
                  <a:cubicBezTo>
                    <a:pt x="212" y="158"/>
                    <a:pt x="239" y="155"/>
                    <a:pt x="256" y="138"/>
                  </a:cubicBezTo>
                  <a:cubicBezTo>
                    <a:pt x="266" y="129"/>
                    <a:pt x="272" y="116"/>
                    <a:pt x="280" y="105"/>
                  </a:cubicBezTo>
                  <a:cubicBezTo>
                    <a:pt x="293" y="88"/>
                    <a:pt x="310" y="74"/>
                    <a:pt x="328" y="63"/>
                  </a:cubicBezTo>
                  <a:cubicBezTo>
                    <a:pt x="427" y="-1"/>
                    <a:pt x="554" y="-15"/>
                    <a:pt x="668" y="13"/>
                  </a:cubicBezTo>
                  <a:cubicBezTo>
                    <a:pt x="769" y="37"/>
                    <a:pt x="873" y="105"/>
                    <a:pt x="953" y="1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7261755" y="3593435"/>
              <a:ext cx="746118" cy="138576"/>
            </a:xfrm>
            <a:custGeom>
              <a:rect b="b" l="l" r="r" t="t"/>
              <a:pathLst>
                <a:path extrusionOk="0" h="177" w="953">
                  <a:moveTo>
                    <a:pt x="953" y="177"/>
                  </a:moveTo>
                  <a:lnTo>
                    <a:pt x="0" y="177"/>
                  </a:lnTo>
                  <a:cubicBezTo>
                    <a:pt x="32" y="150"/>
                    <a:pt x="76" y="136"/>
                    <a:pt x="117" y="141"/>
                  </a:cubicBezTo>
                  <a:cubicBezTo>
                    <a:pt x="141" y="143"/>
                    <a:pt x="164" y="151"/>
                    <a:pt x="188" y="155"/>
                  </a:cubicBezTo>
                  <a:cubicBezTo>
                    <a:pt x="212" y="158"/>
                    <a:pt x="239" y="155"/>
                    <a:pt x="256" y="138"/>
                  </a:cubicBezTo>
                  <a:cubicBezTo>
                    <a:pt x="267" y="129"/>
                    <a:pt x="273" y="116"/>
                    <a:pt x="281" y="105"/>
                  </a:cubicBezTo>
                  <a:cubicBezTo>
                    <a:pt x="293" y="88"/>
                    <a:pt x="311" y="74"/>
                    <a:pt x="329" y="63"/>
                  </a:cubicBezTo>
                  <a:cubicBezTo>
                    <a:pt x="428" y="-1"/>
                    <a:pt x="554" y="-15"/>
                    <a:pt x="669" y="13"/>
                  </a:cubicBezTo>
                  <a:cubicBezTo>
                    <a:pt x="769" y="37"/>
                    <a:pt x="873" y="104"/>
                    <a:pt x="953" y="1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7524814" y="3454076"/>
              <a:ext cx="836153" cy="938715"/>
            </a:xfrm>
            <a:custGeom>
              <a:rect b="b" l="l" r="r" t="t"/>
              <a:pathLst>
                <a:path extrusionOk="0" h="1199" w="1068">
                  <a:moveTo>
                    <a:pt x="1050" y="347"/>
                  </a:moveTo>
                  <a:cubicBezTo>
                    <a:pt x="973" y="85"/>
                    <a:pt x="680" y="-60"/>
                    <a:pt x="395" y="23"/>
                  </a:cubicBezTo>
                  <a:cubicBezTo>
                    <a:pt x="110" y="106"/>
                    <a:pt x="-58" y="386"/>
                    <a:pt x="19" y="649"/>
                  </a:cubicBezTo>
                  <a:cubicBezTo>
                    <a:pt x="76" y="844"/>
                    <a:pt x="252" y="974"/>
                    <a:pt x="455" y="994"/>
                  </a:cubicBezTo>
                  <a:cubicBezTo>
                    <a:pt x="458" y="994"/>
                    <a:pt x="461" y="997"/>
                    <a:pt x="461" y="1000"/>
                  </a:cubicBezTo>
                  <a:lnTo>
                    <a:pt x="473" y="1091"/>
                  </a:lnTo>
                  <a:cubicBezTo>
                    <a:pt x="482" y="1162"/>
                    <a:pt x="548" y="1210"/>
                    <a:pt x="617" y="1197"/>
                  </a:cubicBezTo>
                  <a:lnTo>
                    <a:pt x="617" y="1197"/>
                  </a:lnTo>
                  <a:cubicBezTo>
                    <a:pt x="683" y="1185"/>
                    <a:pt x="726" y="1123"/>
                    <a:pt x="717" y="1058"/>
                  </a:cubicBezTo>
                  <a:lnTo>
                    <a:pt x="703" y="969"/>
                  </a:lnTo>
                  <a:cubicBezTo>
                    <a:pt x="703" y="966"/>
                    <a:pt x="705" y="963"/>
                    <a:pt x="708" y="962"/>
                  </a:cubicBezTo>
                  <a:cubicBezTo>
                    <a:pt x="971" y="866"/>
                    <a:pt x="1123" y="599"/>
                    <a:pt x="1050" y="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7823105" y="3671726"/>
              <a:ext cx="330390" cy="663129"/>
            </a:xfrm>
            <a:custGeom>
              <a:rect b="b" l="l" r="r" t="t"/>
              <a:pathLst>
                <a:path extrusionOk="0" h="847" w="422">
                  <a:moveTo>
                    <a:pt x="153" y="847"/>
                  </a:moveTo>
                  <a:lnTo>
                    <a:pt x="133" y="840"/>
                  </a:lnTo>
                  <a:cubicBezTo>
                    <a:pt x="172" y="728"/>
                    <a:pt x="168" y="604"/>
                    <a:pt x="127" y="494"/>
                  </a:cubicBezTo>
                  <a:cubicBezTo>
                    <a:pt x="98" y="498"/>
                    <a:pt x="66" y="488"/>
                    <a:pt x="43" y="465"/>
                  </a:cubicBezTo>
                  <a:cubicBezTo>
                    <a:pt x="20" y="444"/>
                    <a:pt x="5" y="411"/>
                    <a:pt x="1" y="375"/>
                  </a:cubicBezTo>
                  <a:cubicBezTo>
                    <a:pt x="0" y="365"/>
                    <a:pt x="0" y="352"/>
                    <a:pt x="8" y="342"/>
                  </a:cubicBezTo>
                  <a:cubicBezTo>
                    <a:pt x="14" y="335"/>
                    <a:pt x="22" y="331"/>
                    <a:pt x="31" y="331"/>
                  </a:cubicBezTo>
                  <a:cubicBezTo>
                    <a:pt x="49" y="331"/>
                    <a:pt x="67" y="346"/>
                    <a:pt x="78" y="360"/>
                  </a:cubicBezTo>
                  <a:cubicBezTo>
                    <a:pt x="103" y="394"/>
                    <a:pt x="124" y="430"/>
                    <a:pt x="140" y="469"/>
                  </a:cubicBezTo>
                  <a:cubicBezTo>
                    <a:pt x="159" y="461"/>
                    <a:pt x="175" y="444"/>
                    <a:pt x="185" y="431"/>
                  </a:cubicBezTo>
                  <a:cubicBezTo>
                    <a:pt x="206" y="405"/>
                    <a:pt x="223" y="376"/>
                    <a:pt x="235" y="345"/>
                  </a:cubicBezTo>
                  <a:cubicBezTo>
                    <a:pt x="212" y="326"/>
                    <a:pt x="191" y="299"/>
                    <a:pt x="174" y="264"/>
                  </a:cubicBezTo>
                  <a:cubicBezTo>
                    <a:pt x="141" y="200"/>
                    <a:pt x="125" y="127"/>
                    <a:pt x="128" y="55"/>
                  </a:cubicBezTo>
                  <a:cubicBezTo>
                    <a:pt x="129" y="39"/>
                    <a:pt x="131" y="22"/>
                    <a:pt x="144" y="11"/>
                  </a:cubicBezTo>
                  <a:cubicBezTo>
                    <a:pt x="159" y="-4"/>
                    <a:pt x="184" y="-3"/>
                    <a:pt x="200" y="7"/>
                  </a:cubicBezTo>
                  <a:cubicBezTo>
                    <a:pt x="216" y="16"/>
                    <a:pt x="226" y="32"/>
                    <a:pt x="234" y="46"/>
                  </a:cubicBezTo>
                  <a:cubicBezTo>
                    <a:pt x="284" y="132"/>
                    <a:pt x="292" y="242"/>
                    <a:pt x="260" y="337"/>
                  </a:cubicBezTo>
                  <a:cubicBezTo>
                    <a:pt x="262" y="338"/>
                    <a:pt x="264" y="340"/>
                    <a:pt x="266" y="341"/>
                  </a:cubicBezTo>
                  <a:cubicBezTo>
                    <a:pt x="269" y="343"/>
                    <a:pt x="272" y="344"/>
                    <a:pt x="276" y="346"/>
                  </a:cubicBezTo>
                  <a:cubicBezTo>
                    <a:pt x="285" y="321"/>
                    <a:pt x="297" y="297"/>
                    <a:pt x="310" y="274"/>
                  </a:cubicBezTo>
                  <a:cubicBezTo>
                    <a:pt x="317" y="262"/>
                    <a:pt x="326" y="248"/>
                    <a:pt x="340" y="240"/>
                  </a:cubicBezTo>
                  <a:cubicBezTo>
                    <a:pt x="354" y="233"/>
                    <a:pt x="371" y="233"/>
                    <a:pt x="386" y="240"/>
                  </a:cubicBezTo>
                  <a:cubicBezTo>
                    <a:pt x="404" y="248"/>
                    <a:pt x="418" y="264"/>
                    <a:pt x="421" y="281"/>
                  </a:cubicBezTo>
                  <a:cubicBezTo>
                    <a:pt x="428" y="312"/>
                    <a:pt x="411" y="346"/>
                    <a:pt x="381" y="365"/>
                  </a:cubicBezTo>
                  <a:cubicBezTo>
                    <a:pt x="354" y="380"/>
                    <a:pt x="320" y="383"/>
                    <a:pt x="288" y="373"/>
                  </a:cubicBezTo>
                  <a:cubicBezTo>
                    <a:pt x="238" y="513"/>
                    <a:pt x="245" y="672"/>
                    <a:pt x="311" y="807"/>
                  </a:cubicBezTo>
                  <a:lnTo>
                    <a:pt x="292" y="816"/>
                  </a:lnTo>
                  <a:cubicBezTo>
                    <a:pt x="223" y="676"/>
                    <a:pt x="216" y="511"/>
                    <a:pt x="268" y="366"/>
                  </a:cubicBezTo>
                  <a:cubicBezTo>
                    <a:pt x="264" y="364"/>
                    <a:pt x="259" y="361"/>
                    <a:pt x="255" y="359"/>
                  </a:cubicBezTo>
                  <a:cubicBezTo>
                    <a:pt x="254" y="358"/>
                    <a:pt x="253" y="358"/>
                    <a:pt x="252" y="357"/>
                  </a:cubicBezTo>
                  <a:cubicBezTo>
                    <a:pt x="240" y="389"/>
                    <a:pt x="223" y="418"/>
                    <a:pt x="201" y="445"/>
                  </a:cubicBezTo>
                  <a:cubicBezTo>
                    <a:pt x="189" y="459"/>
                    <a:pt x="171" y="479"/>
                    <a:pt x="147" y="488"/>
                  </a:cubicBezTo>
                  <a:cubicBezTo>
                    <a:pt x="190" y="602"/>
                    <a:pt x="193" y="731"/>
                    <a:pt x="153" y="847"/>
                  </a:cubicBezTo>
                  <a:moveTo>
                    <a:pt x="30" y="352"/>
                  </a:moveTo>
                  <a:cubicBezTo>
                    <a:pt x="27" y="352"/>
                    <a:pt x="26" y="353"/>
                    <a:pt x="24" y="355"/>
                  </a:cubicBezTo>
                  <a:cubicBezTo>
                    <a:pt x="21" y="359"/>
                    <a:pt x="21" y="366"/>
                    <a:pt x="22" y="372"/>
                  </a:cubicBezTo>
                  <a:cubicBezTo>
                    <a:pt x="26" y="404"/>
                    <a:pt x="38" y="432"/>
                    <a:pt x="57" y="450"/>
                  </a:cubicBezTo>
                  <a:cubicBezTo>
                    <a:pt x="74" y="467"/>
                    <a:pt x="97" y="475"/>
                    <a:pt x="119" y="474"/>
                  </a:cubicBezTo>
                  <a:lnTo>
                    <a:pt x="119" y="474"/>
                  </a:lnTo>
                  <a:cubicBezTo>
                    <a:pt x="104" y="438"/>
                    <a:pt x="84" y="404"/>
                    <a:pt x="61" y="372"/>
                  </a:cubicBezTo>
                  <a:cubicBezTo>
                    <a:pt x="53" y="361"/>
                    <a:pt x="39" y="352"/>
                    <a:pt x="31" y="352"/>
                  </a:cubicBezTo>
                  <a:cubicBezTo>
                    <a:pt x="30" y="352"/>
                    <a:pt x="30" y="352"/>
                    <a:pt x="30" y="352"/>
                  </a:cubicBezTo>
                  <a:moveTo>
                    <a:pt x="295" y="353"/>
                  </a:moveTo>
                  <a:cubicBezTo>
                    <a:pt x="322" y="361"/>
                    <a:pt x="349" y="359"/>
                    <a:pt x="370" y="346"/>
                  </a:cubicBezTo>
                  <a:cubicBezTo>
                    <a:pt x="389" y="335"/>
                    <a:pt x="406" y="310"/>
                    <a:pt x="401" y="286"/>
                  </a:cubicBezTo>
                  <a:cubicBezTo>
                    <a:pt x="398" y="275"/>
                    <a:pt x="389" y="264"/>
                    <a:pt x="378" y="259"/>
                  </a:cubicBezTo>
                  <a:cubicBezTo>
                    <a:pt x="368" y="254"/>
                    <a:pt x="358" y="254"/>
                    <a:pt x="351" y="259"/>
                  </a:cubicBezTo>
                  <a:cubicBezTo>
                    <a:pt x="341" y="264"/>
                    <a:pt x="335" y="274"/>
                    <a:pt x="329" y="285"/>
                  </a:cubicBezTo>
                  <a:cubicBezTo>
                    <a:pt x="316" y="307"/>
                    <a:pt x="305" y="330"/>
                    <a:pt x="295" y="353"/>
                  </a:cubicBezTo>
                  <a:moveTo>
                    <a:pt x="171" y="20"/>
                  </a:moveTo>
                  <a:cubicBezTo>
                    <a:pt x="166" y="21"/>
                    <a:pt x="162" y="23"/>
                    <a:pt x="158" y="26"/>
                  </a:cubicBezTo>
                  <a:cubicBezTo>
                    <a:pt x="151" y="33"/>
                    <a:pt x="150" y="44"/>
                    <a:pt x="149" y="56"/>
                  </a:cubicBezTo>
                  <a:cubicBezTo>
                    <a:pt x="146" y="124"/>
                    <a:pt x="161" y="193"/>
                    <a:pt x="192" y="254"/>
                  </a:cubicBezTo>
                  <a:cubicBezTo>
                    <a:pt x="207" y="284"/>
                    <a:pt x="224" y="306"/>
                    <a:pt x="242" y="323"/>
                  </a:cubicBezTo>
                  <a:cubicBezTo>
                    <a:pt x="269" y="235"/>
                    <a:pt x="262" y="135"/>
                    <a:pt x="216" y="56"/>
                  </a:cubicBezTo>
                  <a:cubicBezTo>
                    <a:pt x="209" y="44"/>
                    <a:pt x="201" y="32"/>
                    <a:pt x="189" y="25"/>
                  </a:cubicBezTo>
                  <a:cubicBezTo>
                    <a:pt x="184" y="22"/>
                    <a:pt x="177" y="20"/>
                    <a:pt x="171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7870862" y="4282399"/>
              <a:ext cx="245052" cy="238789"/>
            </a:xfrm>
            <a:custGeom>
              <a:rect b="b" l="l" r="r" t="t"/>
              <a:pathLst>
                <a:path extrusionOk="0" h="305" w="313">
                  <a:moveTo>
                    <a:pt x="310" y="54"/>
                  </a:moveTo>
                  <a:lnTo>
                    <a:pt x="303" y="0"/>
                  </a:lnTo>
                  <a:lnTo>
                    <a:pt x="0" y="46"/>
                  </a:lnTo>
                  <a:lnTo>
                    <a:pt x="6" y="117"/>
                  </a:lnTo>
                  <a:cubicBezTo>
                    <a:pt x="6" y="117"/>
                    <a:pt x="21" y="250"/>
                    <a:pt x="130" y="264"/>
                  </a:cubicBezTo>
                  <a:cubicBezTo>
                    <a:pt x="140" y="285"/>
                    <a:pt x="160" y="308"/>
                    <a:pt x="190" y="304"/>
                  </a:cubicBezTo>
                  <a:cubicBezTo>
                    <a:pt x="222" y="300"/>
                    <a:pt x="232" y="269"/>
                    <a:pt x="235" y="246"/>
                  </a:cubicBezTo>
                  <a:cubicBezTo>
                    <a:pt x="337" y="192"/>
                    <a:pt x="310" y="54"/>
                    <a:pt x="310" y="5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7581184" y="3325678"/>
              <a:ext cx="292810" cy="245835"/>
            </a:xfrm>
            <a:custGeom>
              <a:rect b="b" l="l" r="r" t="t"/>
              <a:pathLst>
                <a:path extrusionOk="0" h="314" w="374">
                  <a:moveTo>
                    <a:pt x="343" y="5"/>
                  </a:moveTo>
                  <a:cubicBezTo>
                    <a:pt x="258" y="-12"/>
                    <a:pt x="165" y="9"/>
                    <a:pt x="96" y="62"/>
                  </a:cubicBezTo>
                  <a:cubicBezTo>
                    <a:pt x="119" y="64"/>
                    <a:pt x="140" y="65"/>
                    <a:pt x="163" y="64"/>
                  </a:cubicBezTo>
                  <a:cubicBezTo>
                    <a:pt x="126" y="71"/>
                    <a:pt x="92" y="91"/>
                    <a:pt x="65" y="118"/>
                  </a:cubicBezTo>
                  <a:cubicBezTo>
                    <a:pt x="38" y="145"/>
                    <a:pt x="18" y="178"/>
                    <a:pt x="0" y="213"/>
                  </a:cubicBezTo>
                  <a:cubicBezTo>
                    <a:pt x="22" y="199"/>
                    <a:pt x="43" y="187"/>
                    <a:pt x="67" y="178"/>
                  </a:cubicBezTo>
                  <a:cubicBezTo>
                    <a:pt x="39" y="217"/>
                    <a:pt x="14" y="267"/>
                    <a:pt x="11" y="314"/>
                  </a:cubicBezTo>
                  <a:cubicBezTo>
                    <a:pt x="18" y="308"/>
                    <a:pt x="27" y="306"/>
                    <a:pt x="36" y="303"/>
                  </a:cubicBezTo>
                  <a:cubicBezTo>
                    <a:pt x="75" y="290"/>
                    <a:pt x="111" y="268"/>
                    <a:pt x="140" y="239"/>
                  </a:cubicBezTo>
                  <a:cubicBezTo>
                    <a:pt x="132" y="257"/>
                    <a:pt x="124" y="272"/>
                    <a:pt x="116" y="290"/>
                  </a:cubicBezTo>
                  <a:cubicBezTo>
                    <a:pt x="138" y="289"/>
                    <a:pt x="157" y="281"/>
                    <a:pt x="177" y="271"/>
                  </a:cubicBezTo>
                  <a:cubicBezTo>
                    <a:pt x="198" y="261"/>
                    <a:pt x="217" y="248"/>
                    <a:pt x="235" y="235"/>
                  </a:cubicBezTo>
                  <a:cubicBezTo>
                    <a:pt x="229" y="248"/>
                    <a:pt x="222" y="260"/>
                    <a:pt x="216" y="273"/>
                  </a:cubicBezTo>
                  <a:cubicBezTo>
                    <a:pt x="260" y="255"/>
                    <a:pt x="302" y="232"/>
                    <a:pt x="332" y="196"/>
                  </a:cubicBezTo>
                  <a:cubicBezTo>
                    <a:pt x="362" y="159"/>
                    <a:pt x="380" y="111"/>
                    <a:pt x="373" y="64"/>
                  </a:cubicBezTo>
                  <a:cubicBezTo>
                    <a:pt x="370" y="45"/>
                    <a:pt x="357" y="19"/>
                    <a:pt x="343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7747162" y="3187886"/>
              <a:ext cx="366404" cy="388326"/>
            </a:xfrm>
            <a:custGeom>
              <a:rect b="b" l="l" r="r" t="t"/>
              <a:pathLst>
                <a:path extrusionOk="0" h="496" w="468">
                  <a:moveTo>
                    <a:pt x="426" y="85"/>
                  </a:moveTo>
                  <a:cubicBezTo>
                    <a:pt x="426" y="85"/>
                    <a:pt x="490" y="-36"/>
                    <a:pt x="325" y="10"/>
                  </a:cubicBezTo>
                  <a:cubicBezTo>
                    <a:pt x="322" y="11"/>
                    <a:pt x="320" y="12"/>
                    <a:pt x="317" y="12"/>
                  </a:cubicBezTo>
                  <a:cubicBezTo>
                    <a:pt x="260" y="11"/>
                    <a:pt x="10" y="4"/>
                    <a:pt x="1" y="33"/>
                  </a:cubicBezTo>
                  <a:cubicBezTo>
                    <a:pt x="-4" y="52"/>
                    <a:pt x="46" y="85"/>
                    <a:pt x="87" y="108"/>
                  </a:cubicBezTo>
                  <a:cubicBezTo>
                    <a:pt x="76" y="113"/>
                    <a:pt x="65" y="119"/>
                    <a:pt x="54" y="125"/>
                  </a:cubicBezTo>
                  <a:lnTo>
                    <a:pt x="202" y="387"/>
                  </a:lnTo>
                  <a:cubicBezTo>
                    <a:pt x="202" y="387"/>
                    <a:pt x="231" y="369"/>
                    <a:pt x="273" y="339"/>
                  </a:cubicBezTo>
                  <a:lnTo>
                    <a:pt x="270" y="342"/>
                  </a:lnTo>
                  <a:cubicBezTo>
                    <a:pt x="270" y="342"/>
                    <a:pt x="301" y="497"/>
                    <a:pt x="334" y="496"/>
                  </a:cubicBezTo>
                  <a:cubicBezTo>
                    <a:pt x="361" y="495"/>
                    <a:pt x="427" y="272"/>
                    <a:pt x="444" y="195"/>
                  </a:cubicBezTo>
                  <a:lnTo>
                    <a:pt x="444" y="195"/>
                  </a:lnTo>
                  <a:cubicBezTo>
                    <a:pt x="508" y="132"/>
                    <a:pt x="427" y="147"/>
                    <a:pt x="426" y="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8000826" y="3177708"/>
              <a:ext cx="182419" cy="162846"/>
            </a:xfrm>
            <a:custGeom>
              <a:rect b="b" l="l" r="r" t="t"/>
              <a:pathLst>
                <a:path extrusionOk="0" h="208" w="233">
                  <a:moveTo>
                    <a:pt x="233" y="12"/>
                  </a:moveTo>
                  <a:cubicBezTo>
                    <a:pt x="234" y="74"/>
                    <a:pt x="183" y="145"/>
                    <a:pt x="120" y="208"/>
                  </a:cubicBezTo>
                  <a:cubicBezTo>
                    <a:pt x="110" y="181"/>
                    <a:pt x="92" y="141"/>
                    <a:pt x="66" y="102"/>
                  </a:cubicBezTo>
                  <a:cubicBezTo>
                    <a:pt x="39" y="61"/>
                    <a:pt x="15" y="36"/>
                    <a:pt x="0" y="23"/>
                  </a:cubicBezTo>
                  <a:cubicBezTo>
                    <a:pt x="166" y="-23"/>
                    <a:pt x="233" y="12"/>
                    <a:pt x="233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29875" lIns="90000" spcFirstLastPara="1" rIns="90000" wrap="square" tIns="29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7889652" y="3254433"/>
              <a:ext cx="130747" cy="130747"/>
            </a:xfrm>
            <a:custGeom>
              <a:rect b="b" l="l" r="r" t="t"/>
              <a:pathLst>
                <a:path extrusionOk="0" h="167" w="167">
                  <a:moveTo>
                    <a:pt x="167" y="84"/>
                  </a:moveTo>
                  <a:cubicBezTo>
                    <a:pt x="167" y="98"/>
                    <a:pt x="163" y="114"/>
                    <a:pt x="156" y="126"/>
                  </a:cubicBezTo>
                  <a:cubicBezTo>
                    <a:pt x="148" y="139"/>
                    <a:pt x="138" y="149"/>
                    <a:pt x="126" y="156"/>
                  </a:cubicBezTo>
                  <a:cubicBezTo>
                    <a:pt x="113" y="164"/>
                    <a:pt x="98" y="167"/>
                    <a:pt x="84" y="167"/>
                  </a:cubicBezTo>
                  <a:cubicBezTo>
                    <a:pt x="69" y="167"/>
                    <a:pt x="54" y="164"/>
                    <a:pt x="42" y="156"/>
                  </a:cubicBezTo>
                  <a:cubicBezTo>
                    <a:pt x="29" y="149"/>
                    <a:pt x="18" y="139"/>
                    <a:pt x="11" y="126"/>
                  </a:cubicBezTo>
                  <a:cubicBezTo>
                    <a:pt x="3" y="114"/>
                    <a:pt x="0" y="98"/>
                    <a:pt x="0" y="84"/>
                  </a:cubicBezTo>
                  <a:cubicBezTo>
                    <a:pt x="0" y="69"/>
                    <a:pt x="3" y="54"/>
                    <a:pt x="11" y="42"/>
                  </a:cubicBezTo>
                  <a:cubicBezTo>
                    <a:pt x="18" y="29"/>
                    <a:pt x="29" y="19"/>
                    <a:pt x="42" y="11"/>
                  </a:cubicBezTo>
                  <a:cubicBezTo>
                    <a:pt x="54" y="4"/>
                    <a:pt x="69" y="0"/>
                    <a:pt x="84" y="0"/>
                  </a:cubicBezTo>
                  <a:cubicBezTo>
                    <a:pt x="98" y="0"/>
                    <a:pt x="113" y="4"/>
                    <a:pt x="126" y="11"/>
                  </a:cubicBezTo>
                  <a:cubicBezTo>
                    <a:pt x="138" y="19"/>
                    <a:pt x="149" y="29"/>
                    <a:pt x="156" y="42"/>
                  </a:cubicBezTo>
                  <a:cubicBezTo>
                    <a:pt x="164" y="54"/>
                    <a:pt x="167" y="69"/>
                    <a:pt x="167" y="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7909225" y="3274006"/>
              <a:ext cx="91601" cy="91601"/>
            </a:xfrm>
            <a:custGeom>
              <a:rect b="b" l="l" r="r" t="t"/>
              <a:pathLst>
                <a:path extrusionOk="0" h="117" w="117">
                  <a:moveTo>
                    <a:pt x="117" y="59"/>
                  </a:moveTo>
                  <a:cubicBezTo>
                    <a:pt x="117" y="91"/>
                    <a:pt x="91" y="117"/>
                    <a:pt x="59" y="117"/>
                  </a:cubicBezTo>
                  <a:cubicBezTo>
                    <a:pt x="26" y="117"/>
                    <a:pt x="0" y="92"/>
                    <a:pt x="0" y="59"/>
                  </a:cubicBezTo>
                  <a:cubicBezTo>
                    <a:pt x="0" y="27"/>
                    <a:pt x="26" y="0"/>
                    <a:pt x="59" y="0"/>
                  </a:cubicBezTo>
                  <a:cubicBezTo>
                    <a:pt x="91" y="0"/>
                    <a:pt x="117" y="26"/>
                    <a:pt x="117" y="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7784742" y="3191800"/>
              <a:ext cx="220782" cy="98647"/>
            </a:xfrm>
            <a:custGeom>
              <a:rect b="b" l="l" r="r" t="t"/>
              <a:pathLst>
                <a:path extrusionOk="0" h="126" w="282">
                  <a:moveTo>
                    <a:pt x="6" y="126"/>
                  </a:moveTo>
                  <a:cubicBezTo>
                    <a:pt x="4" y="126"/>
                    <a:pt x="2" y="125"/>
                    <a:pt x="1" y="123"/>
                  </a:cubicBezTo>
                  <a:cubicBezTo>
                    <a:pt x="-1" y="120"/>
                    <a:pt x="0" y="116"/>
                    <a:pt x="3" y="115"/>
                  </a:cubicBezTo>
                  <a:cubicBezTo>
                    <a:pt x="5" y="114"/>
                    <a:pt x="160" y="29"/>
                    <a:pt x="275" y="0"/>
                  </a:cubicBezTo>
                  <a:cubicBezTo>
                    <a:pt x="278" y="-1"/>
                    <a:pt x="281" y="1"/>
                    <a:pt x="282" y="4"/>
                  </a:cubicBezTo>
                  <a:cubicBezTo>
                    <a:pt x="283" y="7"/>
                    <a:pt x="281" y="10"/>
                    <a:pt x="278" y="11"/>
                  </a:cubicBezTo>
                  <a:cubicBezTo>
                    <a:pt x="164" y="40"/>
                    <a:pt x="10" y="124"/>
                    <a:pt x="9" y="125"/>
                  </a:cubicBezTo>
                  <a:cubicBezTo>
                    <a:pt x="8" y="125"/>
                    <a:pt x="7" y="126"/>
                    <a:pt x="6" y="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50" lIns="90000" spcFirstLastPara="1" rIns="90000" wrap="square" tIns="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7900613" y="3335856"/>
              <a:ext cx="202775" cy="159715"/>
            </a:xfrm>
            <a:custGeom>
              <a:rect b="b" l="l" r="r" t="t"/>
              <a:pathLst>
                <a:path extrusionOk="0" h="204" w="259">
                  <a:moveTo>
                    <a:pt x="6" y="204"/>
                  </a:moveTo>
                  <a:cubicBezTo>
                    <a:pt x="4" y="204"/>
                    <a:pt x="2" y="203"/>
                    <a:pt x="1" y="201"/>
                  </a:cubicBezTo>
                  <a:cubicBezTo>
                    <a:pt x="0" y="199"/>
                    <a:pt x="0" y="195"/>
                    <a:pt x="3" y="193"/>
                  </a:cubicBezTo>
                  <a:cubicBezTo>
                    <a:pt x="5" y="192"/>
                    <a:pt x="168" y="81"/>
                    <a:pt x="249" y="1"/>
                  </a:cubicBezTo>
                  <a:cubicBezTo>
                    <a:pt x="251" y="-1"/>
                    <a:pt x="254" y="-1"/>
                    <a:pt x="257" y="1"/>
                  </a:cubicBezTo>
                  <a:cubicBezTo>
                    <a:pt x="259" y="3"/>
                    <a:pt x="260" y="7"/>
                    <a:pt x="257" y="9"/>
                  </a:cubicBezTo>
                  <a:cubicBezTo>
                    <a:pt x="175" y="90"/>
                    <a:pt x="11" y="202"/>
                    <a:pt x="10" y="203"/>
                  </a:cubicBezTo>
                  <a:cubicBezTo>
                    <a:pt x="8" y="203"/>
                    <a:pt x="7" y="204"/>
                    <a:pt x="6" y="2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8425" lIns="90000" spcFirstLastPara="1" rIns="90000" wrap="square" tIns="28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4"/>
            <p:cNvGrpSpPr/>
            <p:nvPr/>
          </p:nvGrpSpPr>
          <p:grpSpPr>
            <a:xfrm>
              <a:off x="7269585" y="3310803"/>
              <a:ext cx="1234655" cy="929319"/>
              <a:chOff x="7269585" y="3310803"/>
              <a:chExt cx="1234655" cy="929319"/>
            </a:xfrm>
          </p:grpSpPr>
          <p:sp>
            <p:nvSpPr>
              <p:cNvPr id="38" name="Google Shape;38;p4"/>
              <p:cNvSpPr/>
              <p:nvPr/>
            </p:nvSpPr>
            <p:spPr>
              <a:xfrm>
                <a:off x="8060328" y="3548809"/>
                <a:ext cx="211387" cy="227045"/>
              </a:xfrm>
              <a:custGeom>
                <a:rect b="b" l="l" r="r" t="t"/>
                <a:pathLst>
                  <a:path extrusionOk="0" h="290" w="270">
                    <a:moveTo>
                      <a:pt x="107" y="3"/>
                    </a:moveTo>
                    <a:cubicBezTo>
                      <a:pt x="73" y="29"/>
                      <a:pt x="40" y="55"/>
                      <a:pt x="7" y="82"/>
                    </a:cubicBezTo>
                    <a:cubicBezTo>
                      <a:pt x="-3" y="91"/>
                      <a:pt x="-2" y="108"/>
                      <a:pt x="10" y="115"/>
                    </a:cubicBezTo>
                    <a:lnTo>
                      <a:pt x="11" y="115"/>
                    </a:lnTo>
                    <a:cubicBezTo>
                      <a:pt x="71" y="153"/>
                      <a:pt x="120" y="211"/>
                      <a:pt x="146" y="277"/>
                    </a:cubicBezTo>
                    <a:cubicBezTo>
                      <a:pt x="151" y="290"/>
                      <a:pt x="168" y="294"/>
                      <a:pt x="178" y="285"/>
                    </a:cubicBezTo>
                    <a:cubicBezTo>
                      <a:pt x="207" y="260"/>
                      <a:pt x="234" y="236"/>
                      <a:pt x="263" y="211"/>
                    </a:cubicBezTo>
                    <a:cubicBezTo>
                      <a:pt x="270" y="205"/>
                      <a:pt x="272" y="197"/>
                      <a:pt x="269" y="189"/>
                    </a:cubicBezTo>
                    <a:cubicBezTo>
                      <a:pt x="245" y="118"/>
                      <a:pt x="192" y="48"/>
                      <a:pt x="131" y="3"/>
                    </a:cubicBezTo>
                    <a:cubicBezTo>
                      <a:pt x="124" y="-2"/>
                      <a:pt x="115" y="-2"/>
                      <a:pt x="107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8217693" y="3776637"/>
                <a:ext cx="92384" cy="92384"/>
              </a:xfrm>
              <a:custGeom>
                <a:rect b="b" l="l" r="r" t="t"/>
                <a:pathLst>
                  <a:path extrusionOk="0" h="118" w="118">
                    <a:moveTo>
                      <a:pt x="118" y="59"/>
                    </a:moveTo>
                    <a:cubicBezTo>
                      <a:pt x="118" y="70"/>
                      <a:pt x="115" y="80"/>
                      <a:pt x="110" y="89"/>
                    </a:cubicBezTo>
                    <a:cubicBezTo>
                      <a:pt x="104" y="98"/>
                      <a:pt x="98" y="105"/>
                      <a:pt x="89" y="110"/>
                    </a:cubicBezTo>
                    <a:cubicBezTo>
                      <a:pt x="80" y="116"/>
                      <a:pt x="69" y="118"/>
                      <a:pt x="59" y="118"/>
                    </a:cubicBezTo>
                    <a:cubicBezTo>
                      <a:pt x="48" y="118"/>
                      <a:pt x="39" y="116"/>
                      <a:pt x="30" y="110"/>
                    </a:cubicBezTo>
                    <a:cubicBezTo>
                      <a:pt x="21" y="105"/>
                      <a:pt x="13" y="98"/>
                      <a:pt x="8" y="89"/>
                    </a:cubicBezTo>
                    <a:cubicBezTo>
                      <a:pt x="3" y="80"/>
                      <a:pt x="0" y="70"/>
                      <a:pt x="0" y="59"/>
                    </a:cubicBezTo>
                    <a:cubicBezTo>
                      <a:pt x="0" y="49"/>
                      <a:pt x="3" y="39"/>
                      <a:pt x="8" y="30"/>
                    </a:cubicBezTo>
                    <a:cubicBezTo>
                      <a:pt x="13" y="21"/>
                      <a:pt x="21" y="13"/>
                      <a:pt x="30" y="8"/>
                    </a:cubicBezTo>
                    <a:cubicBezTo>
                      <a:pt x="39" y="3"/>
                      <a:pt x="49" y="0"/>
                      <a:pt x="59" y="0"/>
                    </a:cubicBezTo>
                    <a:cubicBezTo>
                      <a:pt x="70" y="0"/>
                      <a:pt x="80" y="3"/>
                      <a:pt x="89" y="8"/>
                    </a:cubicBezTo>
                    <a:cubicBezTo>
                      <a:pt x="98" y="13"/>
                      <a:pt x="105" y="21"/>
                      <a:pt x="110" y="30"/>
                    </a:cubicBezTo>
                    <a:cubicBezTo>
                      <a:pt x="116" y="39"/>
                      <a:pt x="118" y="49"/>
                      <a:pt x="118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8245878" y="3310803"/>
                <a:ext cx="129964" cy="129964"/>
              </a:xfrm>
              <a:custGeom>
                <a:rect b="b" l="l" r="r" t="t"/>
                <a:pathLst>
                  <a:path extrusionOk="0" h="166" w="166">
                    <a:moveTo>
                      <a:pt x="110" y="60"/>
                    </a:moveTo>
                    <a:lnTo>
                      <a:pt x="162" y="76"/>
                    </a:lnTo>
                    <a:cubicBezTo>
                      <a:pt x="168" y="78"/>
                      <a:pt x="168" y="85"/>
                      <a:pt x="162" y="87"/>
                    </a:cubicBezTo>
                    <a:lnTo>
                      <a:pt x="110" y="102"/>
                    </a:lnTo>
                    <a:cubicBezTo>
                      <a:pt x="108" y="102"/>
                      <a:pt x="107" y="104"/>
                      <a:pt x="106" y="106"/>
                    </a:cubicBezTo>
                    <a:lnTo>
                      <a:pt x="89" y="161"/>
                    </a:lnTo>
                    <a:cubicBezTo>
                      <a:pt x="88" y="167"/>
                      <a:pt x="80" y="167"/>
                      <a:pt x="78" y="161"/>
                    </a:cubicBezTo>
                    <a:lnTo>
                      <a:pt x="61" y="111"/>
                    </a:lnTo>
                    <a:cubicBezTo>
                      <a:pt x="61" y="109"/>
                      <a:pt x="59" y="108"/>
                      <a:pt x="58" y="107"/>
                    </a:cubicBezTo>
                    <a:lnTo>
                      <a:pt x="4" y="88"/>
                    </a:lnTo>
                    <a:cubicBezTo>
                      <a:pt x="-1" y="86"/>
                      <a:pt x="-1" y="78"/>
                      <a:pt x="4" y="77"/>
                    </a:cubicBezTo>
                    <a:lnTo>
                      <a:pt x="59" y="61"/>
                    </a:lnTo>
                    <a:cubicBezTo>
                      <a:pt x="61" y="61"/>
                      <a:pt x="62" y="59"/>
                      <a:pt x="63" y="57"/>
                    </a:cubicBezTo>
                    <a:lnTo>
                      <a:pt x="79" y="3"/>
                    </a:lnTo>
                    <a:cubicBezTo>
                      <a:pt x="80" y="-2"/>
                      <a:pt x="88" y="-2"/>
                      <a:pt x="90" y="3"/>
                    </a:cubicBezTo>
                    <a:lnTo>
                      <a:pt x="106" y="56"/>
                    </a:lnTo>
                    <a:cubicBezTo>
                      <a:pt x="107" y="58"/>
                      <a:pt x="108" y="60"/>
                      <a:pt x="110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8374276" y="4110158"/>
                <a:ext cx="129964" cy="129964"/>
              </a:xfrm>
              <a:custGeom>
                <a:rect b="b" l="l" r="r" t="t"/>
                <a:pathLst>
                  <a:path extrusionOk="0" h="166" w="166">
                    <a:moveTo>
                      <a:pt x="110" y="61"/>
                    </a:moveTo>
                    <a:lnTo>
                      <a:pt x="162" y="77"/>
                    </a:lnTo>
                    <a:cubicBezTo>
                      <a:pt x="168" y="78"/>
                      <a:pt x="167" y="86"/>
                      <a:pt x="162" y="88"/>
                    </a:cubicBezTo>
                    <a:lnTo>
                      <a:pt x="110" y="103"/>
                    </a:lnTo>
                    <a:cubicBezTo>
                      <a:pt x="108" y="103"/>
                      <a:pt x="107" y="105"/>
                      <a:pt x="106" y="106"/>
                    </a:cubicBezTo>
                    <a:lnTo>
                      <a:pt x="89" y="162"/>
                    </a:lnTo>
                    <a:cubicBezTo>
                      <a:pt x="88" y="167"/>
                      <a:pt x="80" y="167"/>
                      <a:pt x="78" y="162"/>
                    </a:cubicBezTo>
                    <a:lnTo>
                      <a:pt x="61" y="111"/>
                    </a:lnTo>
                    <a:cubicBezTo>
                      <a:pt x="61" y="110"/>
                      <a:pt x="59" y="108"/>
                      <a:pt x="58" y="108"/>
                    </a:cubicBezTo>
                    <a:lnTo>
                      <a:pt x="4" y="88"/>
                    </a:lnTo>
                    <a:cubicBezTo>
                      <a:pt x="-1" y="86"/>
                      <a:pt x="-1" y="79"/>
                      <a:pt x="4" y="77"/>
                    </a:cubicBezTo>
                    <a:lnTo>
                      <a:pt x="59" y="62"/>
                    </a:lnTo>
                    <a:cubicBezTo>
                      <a:pt x="61" y="61"/>
                      <a:pt x="62" y="60"/>
                      <a:pt x="63" y="58"/>
                    </a:cubicBezTo>
                    <a:lnTo>
                      <a:pt x="79" y="4"/>
                    </a:lnTo>
                    <a:cubicBezTo>
                      <a:pt x="80" y="-2"/>
                      <a:pt x="88" y="-2"/>
                      <a:pt x="90" y="4"/>
                    </a:cubicBezTo>
                    <a:lnTo>
                      <a:pt x="106" y="57"/>
                    </a:lnTo>
                    <a:cubicBezTo>
                      <a:pt x="107" y="59"/>
                      <a:pt x="108" y="60"/>
                      <a:pt x="110" y="6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7269585" y="3822046"/>
                <a:ext cx="129964" cy="129181"/>
              </a:xfrm>
              <a:custGeom>
                <a:rect b="b" l="l" r="r" t="t"/>
                <a:pathLst>
                  <a:path extrusionOk="0" h="165" w="166">
                    <a:moveTo>
                      <a:pt x="110" y="60"/>
                    </a:moveTo>
                    <a:lnTo>
                      <a:pt x="162" y="76"/>
                    </a:lnTo>
                    <a:cubicBezTo>
                      <a:pt x="168" y="77"/>
                      <a:pt x="167" y="85"/>
                      <a:pt x="162" y="87"/>
                    </a:cubicBezTo>
                    <a:lnTo>
                      <a:pt x="110" y="102"/>
                    </a:lnTo>
                    <a:cubicBezTo>
                      <a:pt x="108" y="102"/>
                      <a:pt x="107" y="104"/>
                      <a:pt x="106" y="106"/>
                    </a:cubicBezTo>
                    <a:lnTo>
                      <a:pt x="89" y="161"/>
                    </a:lnTo>
                    <a:cubicBezTo>
                      <a:pt x="88" y="166"/>
                      <a:pt x="80" y="167"/>
                      <a:pt x="78" y="161"/>
                    </a:cubicBezTo>
                    <a:lnTo>
                      <a:pt x="61" y="111"/>
                    </a:lnTo>
                    <a:cubicBezTo>
                      <a:pt x="61" y="109"/>
                      <a:pt x="59" y="108"/>
                      <a:pt x="57" y="107"/>
                    </a:cubicBezTo>
                    <a:lnTo>
                      <a:pt x="4" y="88"/>
                    </a:lnTo>
                    <a:cubicBezTo>
                      <a:pt x="-1" y="86"/>
                      <a:pt x="-1" y="78"/>
                      <a:pt x="4" y="77"/>
                    </a:cubicBezTo>
                    <a:lnTo>
                      <a:pt x="59" y="61"/>
                    </a:lnTo>
                    <a:cubicBezTo>
                      <a:pt x="61" y="60"/>
                      <a:pt x="62" y="59"/>
                      <a:pt x="63" y="57"/>
                    </a:cubicBezTo>
                    <a:lnTo>
                      <a:pt x="78" y="3"/>
                    </a:lnTo>
                    <a:cubicBezTo>
                      <a:pt x="80" y="-2"/>
                      <a:pt x="88" y="-2"/>
                      <a:pt x="90" y="3"/>
                    </a:cubicBezTo>
                    <a:lnTo>
                      <a:pt x="106" y="56"/>
                    </a:lnTo>
                    <a:cubicBezTo>
                      <a:pt x="107" y="58"/>
                      <a:pt x="108" y="59"/>
                      <a:pt x="110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>
              <a:off x="7340830" y="3427457"/>
              <a:ext cx="1241702" cy="915227"/>
              <a:chOff x="7340830" y="3427457"/>
              <a:chExt cx="1241702" cy="915227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8438475" y="3509663"/>
                <a:ext cx="144056" cy="143273"/>
              </a:xfrm>
              <a:custGeom>
                <a:rect b="b" l="l" r="r" t="t"/>
                <a:pathLst>
                  <a:path extrusionOk="0" h="183" w="184">
                    <a:moveTo>
                      <a:pt x="92" y="183"/>
                    </a:moveTo>
                    <a:cubicBezTo>
                      <a:pt x="41" y="183"/>
                      <a:pt x="0" y="143"/>
                      <a:pt x="0" y="92"/>
                    </a:cubicBezTo>
                    <a:cubicBezTo>
                      <a:pt x="0" y="42"/>
                      <a:pt x="41" y="0"/>
                      <a:pt x="92" y="0"/>
                    </a:cubicBezTo>
                    <a:cubicBezTo>
                      <a:pt x="142" y="0"/>
                      <a:pt x="184" y="42"/>
                      <a:pt x="184" y="92"/>
                    </a:cubicBezTo>
                    <a:cubicBezTo>
                      <a:pt x="184" y="143"/>
                      <a:pt x="142" y="183"/>
                      <a:pt x="92" y="183"/>
                    </a:cubicBezTo>
                    <a:moveTo>
                      <a:pt x="92" y="12"/>
                    </a:moveTo>
                    <a:cubicBezTo>
                      <a:pt x="48" y="12"/>
                      <a:pt x="12" y="48"/>
                      <a:pt x="12" y="92"/>
                    </a:cubicBezTo>
                    <a:cubicBezTo>
                      <a:pt x="12" y="136"/>
                      <a:pt x="48" y="172"/>
                      <a:pt x="92" y="172"/>
                    </a:cubicBezTo>
                    <a:cubicBezTo>
                      <a:pt x="136" y="172"/>
                      <a:pt x="172" y="136"/>
                      <a:pt x="172" y="92"/>
                    </a:cubicBezTo>
                    <a:cubicBezTo>
                      <a:pt x="172" y="48"/>
                      <a:pt x="136" y="12"/>
                      <a:pt x="92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7441826" y="4199410"/>
                <a:ext cx="143273" cy="143273"/>
              </a:xfrm>
              <a:custGeom>
                <a:rect b="b" l="l" r="r" t="t"/>
                <a:pathLst>
                  <a:path extrusionOk="0" h="183" w="183">
                    <a:moveTo>
                      <a:pt x="91" y="183"/>
                    </a:moveTo>
                    <a:cubicBezTo>
                      <a:pt x="41" y="183"/>
                      <a:pt x="0" y="143"/>
                      <a:pt x="0" y="92"/>
                    </a:cubicBezTo>
                    <a:cubicBezTo>
                      <a:pt x="0" y="42"/>
                      <a:pt x="40" y="0"/>
                      <a:pt x="91" y="0"/>
                    </a:cubicBezTo>
                    <a:cubicBezTo>
                      <a:pt x="141" y="0"/>
                      <a:pt x="183" y="42"/>
                      <a:pt x="183" y="92"/>
                    </a:cubicBezTo>
                    <a:cubicBezTo>
                      <a:pt x="183" y="143"/>
                      <a:pt x="142" y="183"/>
                      <a:pt x="91" y="183"/>
                    </a:cubicBezTo>
                    <a:moveTo>
                      <a:pt x="91" y="12"/>
                    </a:moveTo>
                    <a:cubicBezTo>
                      <a:pt x="47" y="12"/>
                      <a:pt x="11" y="48"/>
                      <a:pt x="11" y="92"/>
                    </a:cubicBezTo>
                    <a:cubicBezTo>
                      <a:pt x="11" y="136"/>
                      <a:pt x="46" y="172"/>
                      <a:pt x="91" y="172"/>
                    </a:cubicBezTo>
                    <a:cubicBezTo>
                      <a:pt x="135" y="172"/>
                      <a:pt x="172" y="136"/>
                      <a:pt x="172" y="92"/>
                    </a:cubicBezTo>
                    <a:cubicBezTo>
                      <a:pt x="172" y="48"/>
                      <a:pt x="136" y="12"/>
                      <a:pt x="91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7340830" y="3427457"/>
                <a:ext cx="143273" cy="143273"/>
              </a:xfrm>
              <a:custGeom>
                <a:rect b="b" l="l" r="r" t="t"/>
                <a:pathLst>
                  <a:path extrusionOk="0" h="183" w="183">
                    <a:moveTo>
                      <a:pt x="92" y="183"/>
                    </a:moveTo>
                    <a:cubicBezTo>
                      <a:pt x="41" y="183"/>
                      <a:pt x="0" y="142"/>
                      <a:pt x="0" y="91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2" y="0"/>
                      <a:pt x="183" y="41"/>
                      <a:pt x="183" y="91"/>
                    </a:cubicBezTo>
                    <a:cubicBezTo>
                      <a:pt x="183" y="142"/>
                      <a:pt x="142" y="183"/>
                      <a:pt x="92" y="183"/>
                    </a:cubicBezTo>
                    <a:moveTo>
                      <a:pt x="92" y="11"/>
                    </a:moveTo>
                    <a:cubicBezTo>
                      <a:pt x="47" y="11"/>
                      <a:pt x="11" y="47"/>
                      <a:pt x="11" y="91"/>
                    </a:cubicBezTo>
                    <a:cubicBezTo>
                      <a:pt x="11" y="136"/>
                      <a:pt x="47" y="172"/>
                      <a:pt x="92" y="172"/>
                    </a:cubicBezTo>
                    <a:cubicBezTo>
                      <a:pt x="136" y="172"/>
                      <a:pt x="172" y="136"/>
                      <a:pt x="172" y="91"/>
                    </a:cubicBezTo>
                    <a:cubicBezTo>
                      <a:pt x="172" y="47"/>
                      <a:pt x="136" y="11"/>
                      <a:pt x="92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" name="Google Shape;47;p4"/>
          <p:cNvGrpSpPr/>
          <p:nvPr/>
        </p:nvGrpSpPr>
        <p:grpSpPr>
          <a:xfrm rot="-1634096">
            <a:off x="8506986" y="3023357"/>
            <a:ext cx="1212816" cy="1211527"/>
            <a:chOff x="-3939259" y="873775"/>
            <a:chExt cx="1742100" cy="1740250"/>
          </a:xfrm>
        </p:grpSpPr>
        <p:sp>
          <p:nvSpPr>
            <p:cNvPr id="48" name="Google Shape;48;p4"/>
            <p:cNvSpPr/>
            <p:nvPr/>
          </p:nvSpPr>
          <p:spPr>
            <a:xfrm>
              <a:off x="-3939259" y="873775"/>
              <a:ext cx="1742100" cy="1740250"/>
            </a:xfrm>
            <a:custGeom>
              <a:rect b="b" l="l" r="r" t="t"/>
              <a:pathLst>
                <a:path extrusionOk="0" h="1895" w="1897">
                  <a:moveTo>
                    <a:pt x="948" y="1895"/>
                  </a:moveTo>
                  <a:cubicBezTo>
                    <a:pt x="899" y="1895"/>
                    <a:pt x="850" y="1891"/>
                    <a:pt x="802" y="1883"/>
                  </a:cubicBezTo>
                  <a:cubicBezTo>
                    <a:pt x="702" y="1868"/>
                    <a:pt x="606" y="1837"/>
                    <a:pt x="517" y="1791"/>
                  </a:cubicBezTo>
                  <a:cubicBezTo>
                    <a:pt x="364" y="1713"/>
                    <a:pt x="235" y="1595"/>
                    <a:pt x="143" y="1449"/>
                  </a:cubicBezTo>
                  <a:cubicBezTo>
                    <a:pt x="50" y="1299"/>
                    <a:pt x="0" y="1126"/>
                    <a:pt x="0" y="948"/>
                  </a:cubicBezTo>
                  <a:cubicBezTo>
                    <a:pt x="0" y="826"/>
                    <a:pt x="23" y="708"/>
                    <a:pt x="68" y="596"/>
                  </a:cubicBezTo>
                  <a:cubicBezTo>
                    <a:pt x="153" y="381"/>
                    <a:pt x="315" y="205"/>
                    <a:pt x="522" y="101"/>
                  </a:cubicBezTo>
                  <a:cubicBezTo>
                    <a:pt x="655" y="34"/>
                    <a:pt x="798" y="0"/>
                    <a:pt x="949" y="0"/>
                  </a:cubicBezTo>
                  <a:cubicBezTo>
                    <a:pt x="1112" y="0"/>
                    <a:pt x="1273" y="42"/>
                    <a:pt x="1415" y="122"/>
                  </a:cubicBezTo>
                  <a:cubicBezTo>
                    <a:pt x="1552" y="199"/>
                    <a:pt x="1668" y="311"/>
                    <a:pt x="1752" y="444"/>
                  </a:cubicBezTo>
                  <a:cubicBezTo>
                    <a:pt x="1810" y="537"/>
                    <a:pt x="1852" y="638"/>
                    <a:pt x="1875" y="744"/>
                  </a:cubicBezTo>
                  <a:cubicBezTo>
                    <a:pt x="1875" y="746"/>
                    <a:pt x="1876" y="748"/>
                    <a:pt x="1876" y="749"/>
                  </a:cubicBezTo>
                  <a:cubicBezTo>
                    <a:pt x="1882" y="775"/>
                    <a:pt x="1886" y="802"/>
                    <a:pt x="1890" y="829"/>
                  </a:cubicBezTo>
                  <a:cubicBezTo>
                    <a:pt x="1891" y="843"/>
                    <a:pt x="1893" y="857"/>
                    <a:pt x="1894" y="871"/>
                  </a:cubicBezTo>
                  <a:cubicBezTo>
                    <a:pt x="1896" y="896"/>
                    <a:pt x="1897" y="922"/>
                    <a:pt x="1897" y="948"/>
                  </a:cubicBezTo>
                  <a:cubicBezTo>
                    <a:pt x="1897" y="1123"/>
                    <a:pt x="1849" y="1294"/>
                    <a:pt x="1758" y="1443"/>
                  </a:cubicBezTo>
                  <a:lnTo>
                    <a:pt x="1756" y="1446"/>
                  </a:lnTo>
                  <a:cubicBezTo>
                    <a:pt x="1740" y="1471"/>
                    <a:pt x="1723" y="1497"/>
                    <a:pt x="1705" y="1521"/>
                  </a:cubicBezTo>
                  <a:cubicBezTo>
                    <a:pt x="1618" y="1635"/>
                    <a:pt x="1505" y="1729"/>
                    <a:pt x="1378" y="1793"/>
                  </a:cubicBezTo>
                  <a:cubicBezTo>
                    <a:pt x="1243" y="1860"/>
                    <a:pt x="1099" y="1895"/>
                    <a:pt x="948" y="189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-3821711" y="906835"/>
              <a:ext cx="1561187" cy="1673211"/>
            </a:xfrm>
            <a:custGeom>
              <a:rect b="b" l="l" r="r" t="t"/>
              <a:pathLst>
                <a:path extrusionOk="0" h="1822" w="1700">
                  <a:moveTo>
                    <a:pt x="1392" y="857"/>
                  </a:moveTo>
                  <a:cubicBezTo>
                    <a:pt x="1392" y="943"/>
                    <a:pt x="1720" y="1079"/>
                    <a:pt x="1699" y="1157"/>
                  </a:cubicBezTo>
                  <a:cubicBezTo>
                    <a:pt x="1691" y="1183"/>
                    <a:pt x="1683" y="1209"/>
                    <a:pt x="1673" y="1234"/>
                  </a:cubicBezTo>
                  <a:cubicBezTo>
                    <a:pt x="1543" y="1578"/>
                    <a:pt x="1210" y="1822"/>
                    <a:pt x="820" y="1822"/>
                  </a:cubicBezTo>
                  <a:cubicBezTo>
                    <a:pt x="674" y="1822"/>
                    <a:pt x="536" y="1788"/>
                    <a:pt x="414" y="1728"/>
                  </a:cubicBezTo>
                  <a:cubicBezTo>
                    <a:pt x="114" y="1578"/>
                    <a:pt x="154" y="1184"/>
                    <a:pt x="154" y="827"/>
                  </a:cubicBezTo>
                  <a:cubicBezTo>
                    <a:pt x="154" y="673"/>
                    <a:pt x="-53" y="613"/>
                    <a:pt x="14" y="486"/>
                  </a:cubicBezTo>
                  <a:cubicBezTo>
                    <a:pt x="167" y="197"/>
                    <a:pt x="471" y="0"/>
                    <a:pt x="820" y="0"/>
                  </a:cubicBezTo>
                  <a:cubicBezTo>
                    <a:pt x="967" y="0"/>
                    <a:pt x="1105" y="34"/>
                    <a:pt x="1228" y="96"/>
                  </a:cubicBezTo>
                  <a:cubicBezTo>
                    <a:pt x="1245" y="104"/>
                    <a:pt x="1261" y="113"/>
                    <a:pt x="1278" y="123"/>
                  </a:cubicBezTo>
                  <a:cubicBezTo>
                    <a:pt x="1550" y="281"/>
                    <a:pt x="1392" y="521"/>
                    <a:pt x="1392" y="8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-3905281" y="1353147"/>
              <a:ext cx="727329" cy="1140575"/>
            </a:xfrm>
            <a:custGeom>
              <a:rect b="b" l="l" r="r" t="t"/>
              <a:pathLst>
                <a:path extrusionOk="0" h="1242" w="792">
                  <a:moveTo>
                    <a:pt x="710" y="1095"/>
                  </a:moveTo>
                  <a:cubicBezTo>
                    <a:pt x="658" y="1163"/>
                    <a:pt x="586" y="1214"/>
                    <a:pt x="505" y="1242"/>
                  </a:cubicBezTo>
                  <a:cubicBezTo>
                    <a:pt x="205" y="1093"/>
                    <a:pt x="0" y="783"/>
                    <a:pt x="0" y="426"/>
                  </a:cubicBezTo>
                  <a:cubicBezTo>
                    <a:pt x="0" y="272"/>
                    <a:pt x="38" y="127"/>
                    <a:pt x="105" y="0"/>
                  </a:cubicBezTo>
                  <a:cubicBezTo>
                    <a:pt x="170" y="4"/>
                    <a:pt x="233" y="21"/>
                    <a:pt x="284" y="61"/>
                  </a:cubicBezTo>
                  <a:cubicBezTo>
                    <a:pt x="342" y="108"/>
                    <a:pt x="376" y="182"/>
                    <a:pt x="387" y="257"/>
                  </a:cubicBezTo>
                  <a:cubicBezTo>
                    <a:pt x="399" y="331"/>
                    <a:pt x="391" y="407"/>
                    <a:pt x="381" y="482"/>
                  </a:cubicBezTo>
                  <a:cubicBezTo>
                    <a:pt x="474" y="472"/>
                    <a:pt x="571" y="499"/>
                    <a:pt x="646" y="556"/>
                  </a:cubicBezTo>
                  <a:cubicBezTo>
                    <a:pt x="721" y="614"/>
                    <a:pt x="773" y="700"/>
                    <a:pt x="788" y="793"/>
                  </a:cubicBezTo>
                  <a:cubicBezTo>
                    <a:pt x="805" y="898"/>
                    <a:pt x="775" y="1010"/>
                    <a:pt x="710" y="1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-2783982" y="994996"/>
              <a:ext cx="552844" cy="1006498"/>
            </a:xfrm>
            <a:custGeom>
              <a:rect b="b" l="l" r="r" t="t"/>
              <a:pathLst>
                <a:path extrusionOk="0" h="1096" w="602">
                  <a:moveTo>
                    <a:pt x="602" y="816"/>
                  </a:moveTo>
                  <a:cubicBezTo>
                    <a:pt x="602" y="901"/>
                    <a:pt x="590" y="983"/>
                    <a:pt x="569" y="1061"/>
                  </a:cubicBezTo>
                  <a:cubicBezTo>
                    <a:pt x="559" y="1067"/>
                    <a:pt x="549" y="1071"/>
                    <a:pt x="538" y="1075"/>
                  </a:cubicBezTo>
                  <a:cubicBezTo>
                    <a:pt x="483" y="1097"/>
                    <a:pt x="422" y="1100"/>
                    <a:pt x="363" y="1093"/>
                  </a:cubicBezTo>
                  <a:cubicBezTo>
                    <a:pt x="266" y="1082"/>
                    <a:pt x="170" y="1041"/>
                    <a:pt x="101" y="972"/>
                  </a:cubicBezTo>
                  <a:cubicBezTo>
                    <a:pt x="31" y="902"/>
                    <a:pt x="-9" y="802"/>
                    <a:pt x="2" y="704"/>
                  </a:cubicBezTo>
                  <a:cubicBezTo>
                    <a:pt x="12" y="607"/>
                    <a:pt x="78" y="515"/>
                    <a:pt x="171" y="482"/>
                  </a:cubicBezTo>
                  <a:cubicBezTo>
                    <a:pt x="118" y="413"/>
                    <a:pt x="93" y="327"/>
                    <a:pt x="79" y="242"/>
                  </a:cubicBezTo>
                  <a:cubicBezTo>
                    <a:pt x="68" y="168"/>
                    <a:pt x="63" y="89"/>
                    <a:pt x="90" y="18"/>
                  </a:cubicBezTo>
                  <a:cubicBezTo>
                    <a:pt x="92" y="12"/>
                    <a:pt x="95" y="6"/>
                    <a:pt x="98" y="0"/>
                  </a:cubicBezTo>
                  <a:cubicBezTo>
                    <a:pt x="115" y="8"/>
                    <a:pt x="131" y="17"/>
                    <a:pt x="148" y="27"/>
                  </a:cubicBezTo>
                  <a:cubicBezTo>
                    <a:pt x="420" y="185"/>
                    <a:pt x="602" y="479"/>
                    <a:pt x="602" y="8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-3825385" y="1275089"/>
              <a:ext cx="1535473" cy="738343"/>
              <a:chOff x="-3825385" y="1275089"/>
              <a:chExt cx="1535473" cy="738343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-3683960" y="1275089"/>
                <a:ext cx="359073" cy="358152"/>
              </a:xfrm>
              <a:custGeom>
                <a:rect b="b" l="l" r="r" t="t"/>
                <a:pathLst>
                  <a:path extrusionOk="0" h="390" w="391">
                    <a:moveTo>
                      <a:pt x="391" y="195"/>
                    </a:moveTo>
                    <a:cubicBezTo>
                      <a:pt x="391" y="229"/>
                      <a:pt x="381" y="262"/>
                      <a:pt x="364" y="292"/>
                    </a:cubicBezTo>
                    <a:cubicBezTo>
                      <a:pt x="347" y="321"/>
                      <a:pt x="323" y="347"/>
                      <a:pt x="293" y="364"/>
                    </a:cubicBezTo>
                    <a:cubicBezTo>
                      <a:pt x="263" y="381"/>
                      <a:pt x="229" y="390"/>
                      <a:pt x="195" y="390"/>
                    </a:cubicBezTo>
                    <a:cubicBezTo>
                      <a:pt x="160" y="390"/>
                      <a:pt x="128" y="381"/>
                      <a:pt x="98" y="364"/>
                    </a:cubicBezTo>
                    <a:cubicBezTo>
                      <a:pt x="68" y="347"/>
                      <a:pt x="43" y="321"/>
                      <a:pt x="26" y="292"/>
                    </a:cubicBezTo>
                    <a:cubicBezTo>
                      <a:pt x="8" y="262"/>
                      <a:pt x="0" y="229"/>
                      <a:pt x="0" y="195"/>
                    </a:cubicBezTo>
                    <a:cubicBezTo>
                      <a:pt x="0" y="161"/>
                      <a:pt x="9" y="127"/>
                      <a:pt x="26" y="97"/>
                    </a:cubicBezTo>
                    <a:cubicBezTo>
                      <a:pt x="44" y="68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5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8"/>
                      <a:pt x="364" y="97"/>
                    </a:cubicBezTo>
                    <a:cubicBezTo>
                      <a:pt x="381" y="127"/>
                      <a:pt x="391" y="161"/>
                      <a:pt x="391" y="1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-3825385" y="1679157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6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-2851939" y="1282435"/>
                <a:ext cx="358155" cy="358152"/>
              </a:xfrm>
              <a:custGeom>
                <a:rect b="b" l="l" r="r" t="t"/>
                <a:pathLst>
                  <a:path extrusionOk="0" h="390" w="390">
                    <a:moveTo>
                      <a:pt x="390" y="195"/>
                    </a:moveTo>
                    <a:cubicBezTo>
                      <a:pt x="390" y="229"/>
                      <a:pt x="381" y="262"/>
                      <a:pt x="364" y="292"/>
                    </a:cubicBezTo>
                    <a:cubicBezTo>
                      <a:pt x="347" y="321"/>
                      <a:pt x="323" y="346"/>
                      <a:pt x="293" y="364"/>
                    </a:cubicBezTo>
                    <a:cubicBezTo>
                      <a:pt x="263" y="381"/>
                      <a:pt x="229" y="390"/>
                      <a:pt x="195" y="390"/>
                    </a:cubicBezTo>
                    <a:cubicBezTo>
                      <a:pt x="160" y="390"/>
                      <a:pt x="128" y="381"/>
                      <a:pt x="98" y="364"/>
                    </a:cubicBezTo>
                    <a:cubicBezTo>
                      <a:pt x="68" y="346"/>
                      <a:pt x="43" y="321"/>
                      <a:pt x="26" y="292"/>
                    </a:cubicBezTo>
                    <a:cubicBezTo>
                      <a:pt x="8" y="262"/>
                      <a:pt x="0" y="229"/>
                      <a:pt x="0" y="195"/>
                    </a:cubicBezTo>
                    <a:cubicBezTo>
                      <a:pt x="0" y="160"/>
                      <a:pt x="9" y="127"/>
                      <a:pt x="26" y="97"/>
                    </a:cubicBezTo>
                    <a:cubicBezTo>
                      <a:pt x="44" y="67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5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7"/>
                      <a:pt x="364" y="97"/>
                    </a:cubicBezTo>
                    <a:cubicBezTo>
                      <a:pt x="381" y="127"/>
                      <a:pt x="390" y="160"/>
                      <a:pt x="390" y="1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-2946529" y="1689259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7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p4"/>
            <p:cNvGrpSpPr/>
            <p:nvPr/>
          </p:nvGrpSpPr>
          <p:grpSpPr>
            <a:xfrm>
              <a:off x="-3392844" y="1499163"/>
              <a:ext cx="656617" cy="728242"/>
              <a:chOff x="-3392844" y="1499163"/>
              <a:chExt cx="656617" cy="728242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-3251419" y="1499163"/>
                <a:ext cx="359073" cy="358152"/>
              </a:xfrm>
              <a:custGeom>
                <a:rect b="b" l="l" r="r" t="t"/>
                <a:pathLst>
                  <a:path extrusionOk="0" h="390" w="391">
                    <a:moveTo>
                      <a:pt x="391" y="195"/>
                    </a:moveTo>
                    <a:cubicBezTo>
                      <a:pt x="391" y="229"/>
                      <a:pt x="381" y="262"/>
                      <a:pt x="364" y="292"/>
                    </a:cubicBezTo>
                    <a:cubicBezTo>
                      <a:pt x="346" y="321"/>
                      <a:pt x="323" y="347"/>
                      <a:pt x="293" y="364"/>
                    </a:cubicBezTo>
                    <a:cubicBezTo>
                      <a:pt x="263" y="381"/>
                      <a:pt x="230" y="390"/>
                      <a:pt x="196" y="390"/>
                    </a:cubicBezTo>
                    <a:cubicBezTo>
                      <a:pt x="161" y="390"/>
                      <a:pt x="128" y="381"/>
                      <a:pt x="98" y="364"/>
                    </a:cubicBezTo>
                    <a:cubicBezTo>
                      <a:pt x="68" y="347"/>
                      <a:pt x="44" y="321"/>
                      <a:pt x="27" y="292"/>
                    </a:cubicBezTo>
                    <a:cubicBezTo>
                      <a:pt x="9" y="262"/>
                      <a:pt x="0" y="229"/>
                      <a:pt x="0" y="195"/>
                    </a:cubicBezTo>
                    <a:cubicBezTo>
                      <a:pt x="0" y="160"/>
                      <a:pt x="9" y="127"/>
                      <a:pt x="27" y="97"/>
                    </a:cubicBezTo>
                    <a:cubicBezTo>
                      <a:pt x="44" y="68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6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8"/>
                      <a:pt x="364" y="97"/>
                    </a:cubicBezTo>
                    <a:cubicBezTo>
                      <a:pt x="382" y="127"/>
                      <a:pt x="391" y="160"/>
                      <a:pt x="391" y="1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-3392844" y="1903232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6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" name="Google Shape;60;p4"/>
            <p:cNvSpPr/>
            <p:nvPr/>
          </p:nvSpPr>
          <p:spPr>
            <a:xfrm>
              <a:off x="-3353356" y="1963842"/>
              <a:ext cx="594169" cy="541819"/>
            </a:xfrm>
            <a:custGeom>
              <a:rect b="b" l="l" r="r" t="t"/>
              <a:pathLst>
                <a:path extrusionOk="0" h="590" w="647">
                  <a:moveTo>
                    <a:pt x="324" y="590"/>
                  </a:moveTo>
                  <a:cubicBezTo>
                    <a:pt x="334" y="580"/>
                    <a:pt x="752" y="159"/>
                    <a:pt x="623" y="36"/>
                  </a:cubicBezTo>
                  <a:cubicBezTo>
                    <a:pt x="509" y="-73"/>
                    <a:pt x="360" y="99"/>
                    <a:pt x="324" y="145"/>
                  </a:cubicBezTo>
                  <a:cubicBezTo>
                    <a:pt x="288" y="99"/>
                    <a:pt x="139" y="-73"/>
                    <a:pt x="25" y="36"/>
                  </a:cubicBezTo>
                  <a:cubicBezTo>
                    <a:pt x="-104" y="159"/>
                    <a:pt x="314" y="580"/>
                    <a:pt x="324" y="5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" name="Google Shape;61;p4"/>
            <p:cNvGrpSpPr/>
            <p:nvPr/>
          </p:nvGrpSpPr>
          <p:grpSpPr>
            <a:xfrm>
              <a:off x="-2878571" y="2007922"/>
              <a:ext cx="101018" cy="232339"/>
              <a:chOff x="-2878571" y="2007922"/>
              <a:chExt cx="101018" cy="232339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-2817042" y="2007922"/>
                <a:ext cx="39489" cy="86324"/>
              </a:xfrm>
              <a:custGeom>
                <a:rect b="b" l="l" r="r" t="t"/>
                <a:pathLst>
                  <a:path extrusionOk="0" h="94" w="43">
                    <a:moveTo>
                      <a:pt x="3" y="27"/>
                    </a:moveTo>
                    <a:cubicBezTo>
                      <a:pt x="4" y="28"/>
                      <a:pt x="4" y="29"/>
                      <a:pt x="4" y="30"/>
                    </a:cubicBezTo>
                    <a:cubicBezTo>
                      <a:pt x="4" y="29"/>
                      <a:pt x="3" y="27"/>
                      <a:pt x="3" y="26"/>
                    </a:cubicBezTo>
                    <a:cubicBezTo>
                      <a:pt x="5" y="32"/>
                      <a:pt x="7" y="39"/>
                      <a:pt x="8" y="46"/>
                    </a:cubicBezTo>
                    <a:cubicBezTo>
                      <a:pt x="8" y="44"/>
                      <a:pt x="8" y="43"/>
                      <a:pt x="7" y="41"/>
                    </a:cubicBezTo>
                    <a:cubicBezTo>
                      <a:pt x="8" y="49"/>
                      <a:pt x="8" y="56"/>
                      <a:pt x="7" y="63"/>
                    </a:cubicBezTo>
                    <a:cubicBezTo>
                      <a:pt x="8" y="62"/>
                      <a:pt x="8" y="60"/>
                      <a:pt x="8" y="58"/>
                    </a:cubicBezTo>
                    <a:cubicBezTo>
                      <a:pt x="7" y="63"/>
                      <a:pt x="6" y="68"/>
                      <a:pt x="5" y="72"/>
                    </a:cubicBezTo>
                    <a:cubicBezTo>
                      <a:pt x="2" y="81"/>
                      <a:pt x="8" y="92"/>
                      <a:pt x="17" y="94"/>
                    </a:cubicBezTo>
                    <a:cubicBezTo>
                      <a:pt x="27" y="96"/>
                      <a:pt x="36" y="91"/>
                      <a:pt x="39" y="81"/>
                    </a:cubicBezTo>
                    <a:cubicBezTo>
                      <a:pt x="47" y="58"/>
                      <a:pt x="44" y="32"/>
                      <a:pt x="34" y="10"/>
                    </a:cubicBezTo>
                    <a:cubicBezTo>
                      <a:pt x="32" y="6"/>
                      <a:pt x="27" y="3"/>
                      <a:pt x="23" y="1"/>
                    </a:cubicBezTo>
                    <a:cubicBezTo>
                      <a:pt x="19" y="0"/>
                      <a:pt x="12" y="0"/>
                      <a:pt x="9" y="3"/>
                    </a:cubicBezTo>
                    <a:cubicBezTo>
                      <a:pt x="5" y="5"/>
                      <a:pt x="2" y="9"/>
                      <a:pt x="1" y="14"/>
                    </a:cubicBezTo>
                    <a:cubicBezTo>
                      <a:pt x="0" y="19"/>
                      <a:pt x="1" y="23"/>
                      <a:pt x="3" y="2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-2878571" y="2111694"/>
                <a:ext cx="83569" cy="128567"/>
              </a:xfrm>
              <a:custGeom>
                <a:rect b="b" l="l" r="r" t="t"/>
                <a:pathLst>
                  <a:path extrusionOk="0" h="140" w="91">
                    <a:moveTo>
                      <a:pt x="57" y="14"/>
                    </a:moveTo>
                    <a:cubicBezTo>
                      <a:pt x="55" y="18"/>
                      <a:pt x="53" y="23"/>
                      <a:pt x="51" y="27"/>
                    </a:cubicBezTo>
                    <a:cubicBezTo>
                      <a:pt x="52" y="24"/>
                      <a:pt x="51" y="27"/>
                      <a:pt x="51" y="28"/>
                    </a:cubicBezTo>
                    <a:cubicBezTo>
                      <a:pt x="50" y="29"/>
                      <a:pt x="50" y="30"/>
                      <a:pt x="49" y="31"/>
                    </a:cubicBezTo>
                    <a:cubicBezTo>
                      <a:pt x="49" y="33"/>
                      <a:pt x="47" y="35"/>
                      <a:pt x="47" y="37"/>
                    </a:cubicBezTo>
                    <a:cubicBezTo>
                      <a:pt x="42" y="46"/>
                      <a:pt x="38" y="55"/>
                      <a:pt x="34" y="64"/>
                    </a:cubicBezTo>
                    <a:cubicBezTo>
                      <a:pt x="24" y="81"/>
                      <a:pt x="14" y="98"/>
                      <a:pt x="3" y="114"/>
                    </a:cubicBezTo>
                    <a:cubicBezTo>
                      <a:pt x="-2" y="121"/>
                      <a:pt x="1" y="134"/>
                      <a:pt x="9" y="138"/>
                    </a:cubicBezTo>
                    <a:cubicBezTo>
                      <a:pt x="18" y="143"/>
                      <a:pt x="28" y="140"/>
                      <a:pt x="34" y="132"/>
                    </a:cubicBezTo>
                    <a:cubicBezTo>
                      <a:pt x="57" y="98"/>
                      <a:pt x="76" y="61"/>
                      <a:pt x="91" y="23"/>
                    </a:cubicBezTo>
                    <a:cubicBezTo>
                      <a:pt x="94" y="14"/>
                      <a:pt x="87" y="3"/>
                      <a:pt x="78" y="1"/>
                    </a:cubicBezTo>
                    <a:cubicBezTo>
                      <a:pt x="68" y="-1"/>
                      <a:pt x="60" y="4"/>
                      <a:pt x="57" y="1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5400" lIns="90000" spcFirstLastPara="1" rIns="90000" wrap="square" tIns="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>
              <a:off x="-3513148" y="992241"/>
              <a:ext cx="973445" cy="345295"/>
              <a:chOff x="-3513148" y="992241"/>
              <a:chExt cx="973445" cy="345295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-3513148" y="1078564"/>
                <a:ext cx="135915" cy="169892"/>
              </a:xfrm>
              <a:custGeom>
                <a:rect b="b" l="l" r="r" t="t"/>
                <a:pathLst>
                  <a:path extrusionOk="0" h="185" w="148">
                    <a:moveTo>
                      <a:pt x="85" y="185"/>
                    </a:moveTo>
                    <a:lnTo>
                      <a:pt x="0" y="36"/>
                    </a:lnTo>
                    <a:lnTo>
                      <a:pt x="63" y="0"/>
                    </a:lnTo>
                    <a:lnTo>
                      <a:pt x="76" y="21"/>
                    </a:lnTo>
                    <a:lnTo>
                      <a:pt x="35" y="44"/>
                    </a:lnTo>
                    <a:lnTo>
                      <a:pt x="58" y="83"/>
                    </a:lnTo>
                    <a:lnTo>
                      <a:pt x="90" y="65"/>
                    </a:lnTo>
                    <a:lnTo>
                      <a:pt x="102" y="86"/>
                    </a:lnTo>
                    <a:lnTo>
                      <a:pt x="70" y="104"/>
                    </a:lnTo>
                    <a:lnTo>
                      <a:pt x="96" y="150"/>
                    </a:lnTo>
                    <a:lnTo>
                      <a:pt x="136" y="127"/>
                    </a:lnTo>
                    <a:lnTo>
                      <a:pt x="148" y="148"/>
                    </a:lnTo>
                    <a:lnTo>
                      <a:pt x="85" y="1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-3402946" y="1018872"/>
                <a:ext cx="148772" cy="182749"/>
              </a:xfrm>
              <a:custGeom>
                <a:rect b="b" l="l" r="r" t="t"/>
                <a:pathLst>
                  <a:path extrusionOk="0" h="199" w="162">
                    <a:moveTo>
                      <a:pt x="56" y="199"/>
                    </a:moveTo>
                    <a:lnTo>
                      <a:pt x="0" y="37"/>
                    </a:lnTo>
                    <a:lnTo>
                      <a:pt x="36" y="25"/>
                    </a:lnTo>
                    <a:lnTo>
                      <a:pt x="94" y="136"/>
                    </a:lnTo>
                    <a:lnTo>
                      <a:pt x="70" y="13"/>
                    </a:lnTo>
                    <a:lnTo>
                      <a:pt x="105" y="0"/>
                    </a:lnTo>
                    <a:lnTo>
                      <a:pt x="162" y="162"/>
                    </a:lnTo>
                    <a:lnTo>
                      <a:pt x="138" y="171"/>
                    </a:lnTo>
                    <a:lnTo>
                      <a:pt x="95" y="48"/>
                    </a:lnTo>
                    <a:lnTo>
                      <a:pt x="119" y="177"/>
                    </a:lnTo>
                    <a:lnTo>
                      <a:pt x="98" y="184"/>
                    </a:lnTo>
                    <a:lnTo>
                      <a:pt x="36" y="69"/>
                    </a:lnTo>
                    <a:lnTo>
                      <a:pt x="79" y="191"/>
                    </a:lnTo>
                    <a:lnTo>
                      <a:pt x="56" y="1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6625" lIns="90000" spcFirstLastPara="1" rIns="90000" wrap="square" tIns="266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-3244073" y="999587"/>
                <a:ext cx="80814" cy="161627"/>
              </a:xfrm>
              <a:custGeom>
                <a:rect b="b" l="l" r="r" t="t"/>
                <a:pathLst>
                  <a:path extrusionOk="0" h="176" w="88">
                    <a:moveTo>
                      <a:pt x="25" y="176"/>
                    </a:moveTo>
                    <a:lnTo>
                      <a:pt x="0" y="7"/>
                    </a:lnTo>
                    <a:lnTo>
                      <a:pt x="39" y="1"/>
                    </a:lnTo>
                    <a:cubicBezTo>
                      <a:pt x="66" y="-3"/>
                      <a:pt x="81" y="9"/>
                      <a:pt x="85" y="37"/>
                    </a:cubicBezTo>
                    <a:lnTo>
                      <a:pt x="88" y="54"/>
                    </a:lnTo>
                    <a:cubicBezTo>
                      <a:pt x="92" y="82"/>
                      <a:pt x="80" y="98"/>
                      <a:pt x="54" y="102"/>
                    </a:cubicBezTo>
                    <a:lnTo>
                      <a:pt x="41" y="103"/>
                    </a:lnTo>
                    <a:lnTo>
                      <a:pt x="51" y="172"/>
                    </a:lnTo>
                    <a:lnTo>
                      <a:pt x="25" y="176"/>
                    </a:lnTo>
                    <a:moveTo>
                      <a:pt x="38" y="79"/>
                    </a:moveTo>
                    <a:lnTo>
                      <a:pt x="51" y="77"/>
                    </a:lnTo>
                    <a:cubicBezTo>
                      <a:pt x="59" y="76"/>
                      <a:pt x="63" y="71"/>
                      <a:pt x="61" y="59"/>
                    </a:cubicBezTo>
                    <a:lnTo>
                      <a:pt x="58" y="39"/>
                    </a:lnTo>
                    <a:cubicBezTo>
                      <a:pt x="57" y="28"/>
                      <a:pt x="52" y="24"/>
                      <a:pt x="43" y="25"/>
                    </a:cubicBezTo>
                    <a:lnTo>
                      <a:pt x="30" y="27"/>
                    </a:lnTo>
                    <a:lnTo>
                      <a:pt x="38" y="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-3132953" y="992241"/>
                <a:ext cx="84488" cy="157954"/>
              </a:xfrm>
              <a:custGeom>
                <a:rect b="b" l="l" r="r" t="t"/>
                <a:pathLst>
                  <a:path extrusionOk="0" h="172" w="92">
                    <a:moveTo>
                      <a:pt x="65" y="172"/>
                    </a:moveTo>
                    <a:lnTo>
                      <a:pt x="61" y="138"/>
                    </a:lnTo>
                    <a:lnTo>
                      <a:pt x="30" y="138"/>
                    </a:lnTo>
                    <a:lnTo>
                      <a:pt x="25" y="172"/>
                    </a:lnTo>
                    <a:lnTo>
                      <a:pt x="0" y="171"/>
                    </a:lnTo>
                    <a:lnTo>
                      <a:pt x="29" y="0"/>
                    </a:lnTo>
                    <a:lnTo>
                      <a:pt x="66" y="1"/>
                    </a:lnTo>
                    <a:lnTo>
                      <a:pt x="92" y="172"/>
                    </a:lnTo>
                    <a:lnTo>
                      <a:pt x="65" y="172"/>
                    </a:lnTo>
                    <a:moveTo>
                      <a:pt x="33" y="115"/>
                    </a:moveTo>
                    <a:lnTo>
                      <a:pt x="58" y="115"/>
                    </a:lnTo>
                    <a:lnTo>
                      <a:pt x="46" y="29"/>
                    </a:lnTo>
                    <a:lnTo>
                      <a:pt x="33" y="1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6900" lIns="90000" spcFirstLastPara="1" rIns="90000" wrap="square" tIns="16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-3015405" y="995914"/>
                <a:ext cx="78978" cy="163464"/>
              </a:xfrm>
              <a:custGeom>
                <a:rect b="b" l="l" r="r" t="t"/>
                <a:pathLst>
                  <a:path extrusionOk="0" h="178" w="86">
                    <a:moveTo>
                      <a:pt x="5" y="174"/>
                    </a:moveTo>
                    <a:lnTo>
                      <a:pt x="28" y="29"/>
                    </a:lnTo>
                    <a:lnTo>
                      <a:pt x="0" y="25"/>
                    </a:lnTo>
                    <a:lnTo>
                      <a:pt x="3" y="0"/>
                    </a:lnTo>
                    <a:lnTo>
                      <a:pt x="86" y="13"/>
                    </a:lnTo>
                    <a:lnTo>
                      <a:pt x="82" y="37"/>
                    </a:lnTo>
                    <a:lnTo>
                      <a:pt x="54" y="33"/>
                    </a:lnTo>
                    <a:lnTo>
                      <a:pt x="31" y="178"/>
                    </a:lnTo>
                    <a:lnTo>
                      <a:pt x="5" y="1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9075" lIns="90000" spcFirstLastPara="1" rIns="90000" wrap="square" tIns="190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-2933672" y="1020709"/>
                <a:ext cx="121222" cy="173566"/>
              </a:xfrm>
              <a:custGeom>
                <a:rect b="b" l="l" r="r" t="t"/>
                <a:pathLst>
                  <a:path extrusionOk="0" h="189" w="132">
                    <a:moveTo>
                      <a:pt x="0" y="163"/>
                    </a:moveTo>
                    <a:lnTo>
                      <a:pt x="54" y="0"/>
                    </a:lnTo>
                    <a:lnTo>
                      <a:pt x="79" y="8"/>
                    </a:lnTo>
                    <a:lnTo>
                      <a:pt x="58" y="75"/>
                    </a:lnTo>
                    <a:lnTo>
                      <a:pt x="85" y="84"/>
                    </a:lnTo>
                    <a:lnTo>
                      <a:pt x="107" y="17"/>
                    </a:lnTo>
                    <a:lnTo>
                      <a:pt x="132" y="26"/>
                    </a:lnTo>
                    <a:lnTo>
                      <a:pt x="79" y="189"/>
                    </a:lnTo>
                    <a:lnTo>
                      <a:pt x="53" y="180"/>
                    </a:lnTo>
                    <a:lnTo>
                      <a:pt x="77" y="107"/>
                    </a:lnTo>
                    <a:lnTo>
                      <a:pt x="50" y="98"/>
                    </a:lnTo>
                    <a:lnTo>
                      <a:pt x="26" y="171"/>
                    </a:lnTo>
                    <a:lnTo>
                      <a:pt x="0" y="1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3025" lIns="90000" spcFirstLastPara="1" rIns="90000" wrap="square" tIns="23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-2828981" y="1067544"/>
                <a:ext cx="90916" cy="152444"/>
              </a:xfrm>
              <a:custGeom>
                <a:rect b="b" l="l" r="r" t="t"/>
                <a:pathLst>
                  <a:path extrusionOk="0" h="166" w="99">
                    <a:moveTo>
                      <a:pt x="0" y="154"/>
                    </a:moveTo>
                    <a:lnTo>
                      <a:pt x="75" y="0"/>
                    </a:lnTo>
                    <a:lnTo>
                      <a:pt x="99" y="12"/>
                    </a:lnTo>
                    <a:lnTo>
                      <a:pt x="24" y="166"/>
                    </a:lnTo>
                    <a:lnTo>
                      <a:pt x="0" y="1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-2779390" y="1103359"/>
                <a:ext cx="146935" cy="169892"/>
              </a:xfrm>
              <a:custGeom>
                <a:rect b="b" l="l" r="r" t="t"/>
                <a:pathLst>
                  <a:path extrusionOk="0" h="185" w="160">
                    <a:moveTo>
                      <a:pt x="0" y="142"/>
                    </a:moveTo>
                    <a:lnTo>
                      <a:pt x="13" y="122"/>
                    </a:lnTo>
                    <a:lnTo>
                      <a:pt x="122" y="47"/>
                    </a:lnTo>
                    <a:lnTo>
                      <a:pt x="83" y="21"/>
                    </a:lnTo>
                    <a:lnTo>
                      <a:pt x="96" y="0"/>
                    </a:lnTo>
                    <a:lnTo>
                      <a:pt x="160" y="42"/>
                    </a:lnTo>
                    <a:lnTo>
                      <a:pt x="147" y="62"/>
                    </a:lnTo>
                    <a:lnTo>
                      <a:pt x="37" y="138"/>
                    </a:lnTo>
                    <a:lnTo>
                      <a:pt x="79" y="165"/>
                    </a:lnTo>
                    <a:lnTo>
                      <a:pt x="66" y="185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-2695821" y="1175908"/>
                <a:ext cx="156119" cy="161627"/>
              </a:xfrm>
              <a:custGeom>
                <a:rect b="b" l="l" r="r" t="t"/>
                <a:pathLst>
                  <a:path extrusionOk="0" h="176" w="170">
                    <a:moveTo>
                      <a:pt x="0" y="127"/>
                    </a:moveTo>
                    <a:lnTo>
                      <a:pt x="116" y="0"/>
                    </a:lnTo>
                    <a:lnTo>
                      <a:pt x="170" y="49"/>
                    </a:lnTo>
                    <a:lnTo>
                      <a:pt x="153" y="67"/>
                    </a:lnTo>
                    <a:lnTo>
                      <a:pt x="119" y="36"/>
                    </a:lnTo>
                    <a:lnTo>
                      <a:pt x="89" y="70"/>
                    </a:lnTo>
                    <a:lnTo>
                      <a:pt x="116" y="94"/>
                    </a:lnTo>
                    <a:lnTo>
                      <a:pt x="99" y="112"/>
                    </a:lnTo>
                    <a:lnTo>
                      <a:pt x="72" y="88"/>
                    </a:lnTo>
                    <a:lnTo>
                      <a:pt x="37" y="127"/>
                    </a:lnTo>
                    <a:lnTo>
                      <a:pt x="71" y="158"/>
                    </a:lnTo>
                    <a:lnTo>
                      <a:pt x="55" y="176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4"/>
            <p:cNvGrpSpPr/>
            <p:nvPr/>
          </p:nvGrpSpPr>
          <p:grpSpPr>
            <a:xfrm>
              <a:off x="-3852017" y="1248457"/>
              <a:ext cx="1551084" cy="996396"/>
              <a:chOff x="-3852017" y="1248457"/>
              <a:chExt cx="1551084" cy="996396"/>
            </a:xfrm>
          </p:grpSpPr>
          <p:sp>
            <p:nvSpPr>
              <p:cNvPr id="75" name="Google Shape;75;p4"/>
              <p:cNvSpPr/>
              <p:nvPr/>
            </p:nvSpPr>
            <p:spPr>
              <a:xfrm>
                <a:off x="-3148565" y="1248457"/>
                <a:ext cx="145099" cy="145097"/>
              </a:xfrm>
              <a:custGeom>
                <a:rect b="b" l="l" r="r" t="t"/>
                <a:pathLst>
                  <a:path extrusionOk="0" h="158" w="158">
                    <a:moveTo>
                      <a:pt x="105" y="58"/>
                    </a:moveTo>
                    <a:lnTo>
                      <a:pt x="155" y="73"/>
                    </a:lnTo>
                    <a:cubicBezTo>
                      <a:pt x="160" y="75"/>
                      <a:pt x="160" y="82"/>
                      <a:pt x="155" y="84"/>
                    </a:cubicBezTo>
                    <a:lnTo>
                      <a:pt x="105" y="98"/>
                    </a:lnTo>
                    <a:cubicBezTo>
                      <a:pt x="103" y="98"/>
                      <a:pt x="102" y="100"/>
                      <a:pt x="101" y="102"/>
                    </a:cubicBezTo>
                    <a:lnTo>
                      <a:pt x="85" y="155"/>
                    </a:lnTo>
                    <a:cubicBezTo>
                      <a:pt x="84" y="160"/>
                      <a:pt x="76" y="160"/>
                      <a:pt x="75" y="155"/>
                    </a:cubicBezTo>
                    <a:lnTo>
                      <a:pt x="58" y="106"/>
                    </a:lnTo>
                    <a:cubicBezTo>
                      <a:pt x="58" y="105"/>
                      <a:pt x="57" y="104"/>
                      <a:pt x="55" y="103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4" y="74"/>
                    </a:cubicBezTo>
                    <a:lnTo>
                      <a:pt x="56" y="59"/>
                    </a:lnTo>
                    <a:cubicBezTo>
                      <a:pt x="58" y="59"/>
                      <a:pt x="60" y="57"/>
                      <a:pt x="60" y="55"/>
                    </a:cubicBezTo>
                    <a:lnTo>
                      <a:pt x="75" y="4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4"/>
                    </a:lnTo>
                    <a:cubicBezTo>
                      <a:pt x="102" y="56"/>
                      <a:pt x="103" y="57"/>
                      <a:pt x="105" y="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-2446031" y="1512020"/>
                <a:ext cx="145099" cy="145097"/>
              </a:xfrm>
              <a:custGeom>
                <a:rect b="b" l="l" r="r" t="t"/>
                <a:pathLst>
                  <a:path extrusionOk="0" h="158" w="158">
                    <a:moveTo>
                      <a:pt x="105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6" y="98"/>
                    </a:lnTo>
                    <a:cubicBezTo>
                      <a:pt x="104" y="99"/>
                      <a:pt x="102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0"/>
                      <a:pt x="75" y="155"/>
                    </a:cubicBezTo>
                    <a:lnTo>
                      <a:pt x="59" y="107"/>
                    </a:lnTo>
                    <a:cubicBezTo>
                      <a:pt x="58" y="105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5" y="75"/>
                    </a:cubicBezTo>
                    <a:lnTo>
                      <a:pt x="57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2" y="57"/>
                      <a:pt x="104" y="58"/>
                      <a:pt x="105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-3852017" y="1512020"/>
                <a:ext cx="146017" cy="145097"/>
              </a:xfrm>
              <a:custGeom>
                <a:rect b="b" l="l" r="r" t="t"/>
                <a:pathLst>
                  <a:path extrusionOk="0" h="158" w="159">
                    <a:moveTo>
                      <a:pt x="106" y="59"/>
                    </a:moveTo>
                    <a:lnTo>
                      <a:pt x="155" y="74"/>
                    </a:lnTo>
                    <a:cubicBezTo>
                      <a:pt x="161" y="75"/>
                      <a:pt x="161" y="83"/>
                      <a:pt x="155" y="84"/>
                    </a:cubicBezTo>
                    <a:lnTo>
                      <a:pt x="106" y="98"/>
                    </a:lnTo>
                    <a:cubicBezTo>
                      <a:pt x="104" y="99"/>
                      <a:pt x="103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0"/>
                      <a:pt x="75" y="155"/>
                    </a:cubicBezTo>
                    <a:lnTo>
                      <a:pt x="59" y="107"/>
                    </a:lnTo>
                    <a:cubicBezTo>
                      <a:pt x="58" y="105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0" y="76"/>
                      <a:pt x="5" y="75"/>
                    </a:cubicBezTo>
                    <a:lnTo>
                      <a:pt x="57" y="60"/>
                    </a:lnTo>
                    <a:cubicBezTo>
                      <a:pt x="59" y="59"/>
                      <a:pt x="60" y="58"/>
                      <a:pt x="61" y="56"/>
                    </a:cubicBezTo>
                    <a:lnTo>
                      <a:pt x="76" y="5"/>
                    </a:lnTo>
                    <a:cubicBezTo>
                      <a:pt x="77" y="-1"/>
                      <a:pt x="85" y="-1"/>
                      <a:pt x="86" y="4"/>
                    </a:cubicBezTo>
                    <a:lnTo>
                      <a:pt x="102" y="55"/>
                    </a:lnTo>
                    <a:cubicBezTo>
                      <a:pt x="103" y="57"/>
                      <a:pt x="104" y="58"/>
                      <a:pt x="106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-2619598" y="2098838"/>
                <a:ext cx="145099" cy="146016"/>
              </a:xfrm>
              <a:custGeom>
                <a:rect b="b" l="l" r="r" t="t"/>
                <a:pathLst>
                  <a:path extrusionOk="0" h="159" w="158">
                    <a:moveTo>
                      <a:pt x="105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5" y="99"/>
                    </a:lnTo>
                    <a:cubicBezTo>
                      <a:pt x="103" y="99"/>
                      <a:pt x="102" y="100"/>
                      <a:pt x="101" y="102"/>
                    </a:cubicBezTo>
                    <a:lnTo>
                      <a:pt x="85" y="155"/>
                    </a:lnTo>
                    <a:cubicBezTo>
                      <a:pt x="84" y="160"/>
                      <a:pt x="76" y="161"/>
                      <a:pt x="75" y="155"/>
                    </a:cubicBezTo>
                    <a:lnTo>
                      <a:pt x="58" y="107"/>
                    </a:lnTo>
                    <a:cubicBezTo>
                      <a:pt x="58" y="106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4" y="75"/>
                    </a:cubicBezTo>
                    <a:lnTo>
                      <a:pt x="56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2" y="57"/>
                      <a:pt x="103" y="58"/>
                      <a:pt x="105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-3643552" y="2098838"/>
                <a:ext cx="145099" cy="146016"/>
              </a:xfrm>
              <a:custGeom>
                <a:rect b="b" l="l" r="r" t="t"/>
                <a:pathLst>
                  <a:path extrusionOk="0" h="159" w="158">
                    <a:moveTo>
                      <a:pt x="106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6" y="99"/>
                    </a:lnTo>
                    <a:cubicBezTo>
                      <a:pt x="104" y="99"/>
                      <a:pt x="103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1"/>
                      <a:pt x="75" y="155"/>
                    </a:cubicBezTo>
                    <a:lnTo>
                      <a:pt x="59" y="107"/>
                    </a:lnTo>
                    <a:cubicBezTo>
                      <a:pt x="58" y="106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5" y="75"/>
                    </a:cubicBezTo>
                    <a:lnTo>
                      <a:pt x="57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3" y="57"/>
                      <a:pt x="104" y="58"/>
                      <a:pt x="106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82" name="Google Shape;82;p5"/>
          <p:cNvSpPr/>
          <p:nvPr/>
        </p:nvSpPr>
        <p:spPr>
          <a:xfrm rot="1187492">
            <a:off x="8480069" y="789761"/>
            <a:ext cx="352630" cy="352630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83" name="Google Shape;8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1" type="subTitle"/>
          </p:nvPr>
        </p:nvSpPr>
        <p:spPr>
          <a:xfrm>
            <a:off x="5040054" y="2517000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5"/>
          <p:cNvSpPr txBox="1"/>
          <p:nvPr>
            <p:ph idx="2" type="subTitle"/>
          </p:nvPr>
        </p:nvSpPr>
        <p:spPr>
          <a:xfrm>
            <a:off x="1543446" y="2517000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" name="Google Shape;86;p5"/>
          <p:cNvSpPr txBox="1"/>
          <p:nvPr>
            <p:ph idx="3" type="subTitle"/>
          </p:nvPr>
        </p:nvSpPr>
        <p:spPr>
          <a:xfrm>
            <a:off x="5040054" y="212220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5"/>
          <p:cNvSpPr txBox="1"/>
          <p:nvPr>
            <p:ph idx="4" type="subTitle"/>
          </p:nvPr>
        </p:nvSpPr>
        <p:spPr>
          <a:xfrm>
            <a:off x="1543446" y="212220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90" name="Google Shape;9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6"/>
          <p:cNvSpPr/>
          <p:nvPr/>
        </p:nvSpPr>
        <p:spPr>
          <a:xfrm rot="-1736511">
            <a:off x="340390" y="1376398"/>
            <a:ext cx="384980" cy="384980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grpSp>
        <p:nvGrpSpPr>
          <p:cNvPr id="92" name="Google Shape;92;p6"/>
          <p:cNvGrpSpPr/>
          <p:nvPr/>
        </p:nvGrpSpPr>
        <p:grpSpPr>
          <a:xfrm rot="-1221855">
            <a:off x="8458717" y="1088866"/>
            <a:ext cx="1205999" cy="1204941"/>
            <a:chOff x="-3939259" y="873775"/>
            <a:chExt cx="1742100" cy="1740250"/>
          </a:xfrm>
        </p:grpSpPr>
        <p:sp>
          <p:nvSpPr>
            <p:cNvPr id="93" name="Google Shape;93;p6"/>
            <p:cNvSpPr/>
            <p:nvPr/>
          </p:nvSpPr>
          <p:spPr>
            <a:xfrm>
              <a:off x="-3939259" y="873775"/>
              <a:ext cx="1742100" cy="1740250"/>
            </a:xfrm>
            <a:custGeom>
              <a:rect b="b" l="l" r="r" t="t"/>
              <a:pathLst>
                <a:path extrusionOk="0" h="1895" w="1897">
                  <a:moveTo>
                    <a:pt x="948" y="1895"/>
                  </a:moveTo>
                  <a:cubicBezTo>
                    <a:pt x="899" y="1895"/>
                    <a:pt x="850" y="1891"/>
                    <a:pt x="802" y="1883"/>
                  </a:cubicBezTo>
                  <a:cubicBezTo>
                    <a:pt x="702" y="1868"/>
                    <a:pt x="606" y="1837"/>
                    <a:pt x="517" y="1791"/>
                  </a:cubicBezTo>
                  <a:cubicBezTo>
                    <a:pt x="364" y="1713"/>
                    <a:pt x="235" y="1595"/>
                    <a:pt x="143" y="1449"/>
                  </a:cubicBezTo>
                  <a:cubicBezTo>
                    <a:pt x="50" y="1299"/>
                    <a:pt x="0" y="1126"/>
                    <a:pt x="0" y="948"/>
                  </a:cubicBezTo>
                  <a:cubicBezTo>
                    <a:pt x="0" y="826"/>
                    <a:pt x="23" y="708"/>
                    <a:pt x="68" y="596"/>
                  </a:cubicBezTo>
                  <a:cubicBezTo>
                    <a:pt x="153" y="381"/>
                    <a:pt x="315" y="205"/>
                    <a:pt x="522" y="101"/>
                  </a:cubicBezTo>
                  <a:cubicBezTo>
                    <a:pt x="655" y="34"/>
                    <a:pt x="798" y="0"/>
                    <a:pt x="949" y="0"/>
                  </a:cubicBezTo>
                  <a:cubicBezTo>
                    <a:pt x="1112" y="0"/>
                    <a:pt x="1273" y="42"/>
                    <a:pt x="1415" y="122"/>
                  </a:cubicBezTo>
                  <a:cubicBezTo>
                    <a:pt x="1552" y="199"/>
                    <a:pt x="1668" y="311"/>
                    <a:pt x="1752" y="444"/>
                  </a:cubicBezTo>
                  <a:cubicBezTo>
                    <a:pt x="1810" y="537"/>
                    <a:pt x="1852" y="638"/>
                    <a:pt x="1875" y="744"/>
                  </a:cubicBezTo>
                  <a:cubicBezTo>
                    <a:pt x="1875" y="746"/>
                    <a:pt x="1876" y="748"/>
                    <a:pt x="1876" y="749"/>
                  </a:cubicBezTo>
                  <a:cubicBezTo>
                    <a:pt x="1882" y="775"/>
                    <a:pt x="1886" y="802"/>
                    <a:pt x="1890" y="829"/>
                  </a:cubicBezTo>
                  <a:cubicBezTo>
                    <a:pt x="1891" y="843"/>
                    <a:pt x="1893" y="857"/>
                    <a:pt x="1894" y="871"/>
                  </a:cubicBezTo>
                  <a:cubicBezTo>
                    <a:pt x="1896" y="896"/>
                    <a:pt x="1897" y="922"/>
                    <a:pt x="1897" y="948"/>
                  </a:cubicBezTo>
                  <a:cubicBezTo>
                    <a:pt x="1897" y="1123"/>
                    <a:pt x="1849" y="1294"/>
                    <a:pt x="1758" y="1443"/>
                  </a:cubicBezTo>
                  <a:lnTo>
                    <a:pt x="1756" y="1446"/>
                  </a:lnTo>
                  <a:cubicBezTo>
                    <a:pt x="1740" y="1471"/>
                    <a:pt x="1723" y="1497"/>
                    <a:pt x="1705" y="1521"/>
                  </a:cubicBezTo>
                  <a:cubicBezTo>
                    <a:pt x="1618" y="1635"/>
                    <a:pt x="1505" y="1729"/>
                    <a:pt x="1378" y="1793"/>
                  </a:cubicBezTo>
                  <a:cubicBezTo>
                    <a:pt x="1243" y="1860"/>
                    <a:pt x="1099" y="1895"/>
                    <a:pt x="948" y="189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3821711" y="906835"/>
              <a:ext cx="1561187" cy="1673211"/>
            </a:xfrm>
            <a:custGeom>
              <a:rect b="b" l="l" r="r" t="t"/>
              <a:pathLst>
                <a:path extrusionOk="0" h="1822" w="1700">
                  <a:moveTo>
                    <a:pt x="1392" y="857"/>
                  </a:moveTo>
                  <a:cubicBezTo>
                    <a:pt x="1392" y="943"/>
                    <a:pt x="1720" y="1079"/>
                    <a:pt x="1699" y="1157"/>
                  </a:cubicBezTo>
                  <a:cubicBezTo>
                    <a:pt x="1691" y="1183"/>
                    <a:pt x="1683" y="1209"/>
                    <a:pt x="1673" y="1234"/>
                  </a:cubicBezTo>
                  <a:cubicBezTo>
                    <a:pt x="1543" y="1578"/>
                    <a:pt x="1210" y="1822"/>
                    <a:pt x="820" y="1822"/>
                  </a:cubicBezTo>
                  <a:cubicBezTo>
                    <a:pt x="674" y="1822"/>
                    <a:pt x="536" y="1788"/>
                    <a:pt x="414" y="1728"/>
                  </a:cubicBezTo>
                  <a:cubicBezTo>
                    <a:pt x="114" y="1578"/>
                    <a:pt x="154" y="1184"/>
                    <a:pt x="154" y="827"/>
                  </a:cubicBezTo>
                  <a:cubicBezTo>
                    <a:pt x="154" y="673"/>
                    <a:pt x="-53" y="613"/>
                    <a:pt x="14" y="486"/>
                  </a:cubicBezTo>
                  <a:cubicBezTo>
                    <a:pt x="167" y="197"/>
                    <a:pt x="471" y="0"/>
                    <a:pt x="820" y="0"/>
                  </a:cubicBezTo>
                  <a:cubicBezTo>
                    <a:pt x="967" y="0"/>
                    <a:pt x="1105" y="34"/>
                    <a:pt x="1228" y="96"/>
                  </a:cubicBezTo>
                  <a:cubicBezTo>
                    <a:pt x="1245" y="104"/>
                    <a:pt x="1261" y="113"/>
                    <a:pt x="1278" y="123"/>
                  </a:cubicBezTo>
                  <a:cubicBezTo>
                    <a:pt x="1550" y="281"/>
                    <a:pt x="1392" y="521"/>
                    <a:pt x="1392" y="8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-3905281" y="1353147"/>
              <a:ext cx="727329" cy="1140575"/>
            </a:xfrm>
            <a:custGeom>
              <a:rect b="b" l="l" r="r" t="t"/>
              <a:pathLst>
                <a:path extrusionOk="0" h="1242" w="792">
                  <a:moveTo>
                    <a:pt x="710" y="1095"/>
                  </a:moveTo>
                  <a:cubicBezTo>
                    <a:pt x="658" y="1163"/>
                    <a:pt x="586" y="1214"/>
                    <a:pt x="505" y="1242"/>
                  </a:cubicBezTo>
                  <a:cubicBezTo>
                    <a:pt x="205" y="1093"/>
                    <a:pt x="0" y="783"/>
                    <a:pt x="0" y="426"/>
                  </a:cubicBezTo>
                  <a:cubicBezTo>
                    <a:pt x="0" y="272"/>
                    <a:pt x="38" y="127"/>
                    <a:pt x="105" y="0"/>
                  </a:cubicBezTo>
                  <a:cubicBezTo>
                    <a:pt x="170" y="4"/>
                    <a:pt x="233" y="21"/>
                    <a:pt x="284" y="61"/>
                  </a:cubicBezTo>
                  <a:cubicBezTo>
                    <a:pt x="342" y="108"/>
                    <a:pt x="376" y="182"/>
                    <a:pt x="387" y="257"/>
                  </a:cubicBezTo>
                  <a:cubicBezTo>
                    <a:pt x="399" y="331"/>
                    <a:pt x="391" y="407"/>
                    <a:pt x="381" y="482"/>
                  </a:cubicBezTo>
                  <a:cubicBezTo>
                    <a:pt x="474" y="472"/>
                    <a:pt x="571" y="499"/>
                    <a:pt x="646" y="556"/>
                  </a:cubicBezTo>
                  <a:cubicBezTo>
                    <a:pt x="721" y="614"/>
                    <a:pt x="773" y="700"/>
                    <a:pt x="788" y="793"/>
                  </a:cubicBezTo>
                  <a:cubicBezTo>
                    <a:pt x="805" y="898"/>
                    <a:pt x="775" y="1010"/>
                    <a:pt x="710" y="1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-2783982" y="994996"/>
              <a:ext cx="552844" cy="1006498"/>
            </a:xfrm>
            <a:custGeom>
              <a:rect b="b" l="l" r="r" t="t"/>
              <a:pathLst>
                <a:path extrusionOk="0" h="1096" w="602">
                  <a:moveTo>
                    <a:pt x="602" y="816"/>
                  </a:moveTo>
                  <a:cubicBezTo>
                    <a:pt x="602" y="901"/>
                    <a:pt x="590" y="983"/>
                    <a:pt x="569" y="1061"/>
                  </a:cubicBezTo>
                  <a:cubicBezTo>
                    <a:pt x="559" y="1067"/>
                    <a:pt x="549" y="1071"/>
                    <a:pt x="538" y="1075"/>
                  </a:cubicBezTo>
                  <a:cubicBezTo>
                    <a:pt x="483" y="1097"/>
                    <a:pt x="422" y="1100"/>
                    <a:pt x="363" y="1093"/>
                  </a:cubicBezTo>
                  <a:cubicBezTo>
                    <a:pt x="266" y="1082"/>
                    <a:pt x="170" y="1041"/>
                    <a:pt x="101" y="972"/>
                  </a:cubicBezTo>
                  <a:cubicBezTo>
                    <a:pt x="31" y="902"/>
                    <a:pt x="-9" y="802"/>
                    <a:pt x="2" y="704"/>
                  </a:cubicBezTo>
                  <a:cubicBezTo>
                    <a:pt x="12" y="607"/>
                    <a:pt x="78" y="515"/>
                    <a:pt x="171" y="482"/>
                  </a:cubicBezTo>
                  <a:cubicBezTo>
                    <a:pt x="118" y="413"/>
                    <a:pt x="93" y="327"/>
                    <a:pt x="79" y="242"/>
                  </a:cubicBezTo>
                  <a:cubicBezTo>
                    <a:pt x="68" y="168"/>
                    <a:pt x="63" y="89"/>
                    <a:pt x="90" y="18"/>
                  </a:cubicBezTo>
                  <a:cubicBezTo>
                    <a:pt x="92" y="12"/>
                    <a:pt x="95" y="6"/>
                    <a:pt x="98" y="0"/>
                  </a:cubicBezTo>
                  <a:cubicBezTo>
                    <a:pt x="115" y="8"/>
                    <a:pt x="131" y="17"/>
                    <a:pt x="148" y="27"/>
                  </a:cubicBezTo>
                  <a:cubicBezTo>
                    <a:pt x="420" y="185"/>
                    <a:pt x="602" y="479"/>
                    <a:pt x="602" y="8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6"/>
            <p:cNvGrpSpPr/>
            <p:nvPr/>
          </p:nvGrpSpPr>
          <p:grpSpPr>
            <a:xfrm>
              <a:off x="-3825385" y="1275089"/>
              <a:ext cx="1535473" cy="738343"/>
              <a:chOff x="-3825385" y="1275089"/>
              <a:chExt cx="1535473" cy="73834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-3683960" y="1275089"/>
                <a:ext cx="359073" cy="358152"/>
              </a:xfrm>
              <a:custGeom>
                <a:rect b="b" l="l" r="r" t="t"/>
                <a:pathLst>
                  <a:path extrusionOk="0" h="390" w="391">
                    <a:moveTo>
                      <a:pt x="391" y="195"/>
                    </a:moveTo>
                    <a:cubicBezTo>
                      <a:pt x="391" y="229"/>
                      <a:pt x="381" y="262"/>
                      <a:pt x="364" y="292"/>
                    </a:cubicBezTo>
                    <a:cubicBezTo>
                      <a:pt x="347" y="321"/>
                      <a:pt x="323" y="347"/>
                      <a:pt x="293" y="364"/>
                    </a:cubicBezTo>
                    <a:cubicBezTo>
                      <a:pt x="263" y="381"/>
                      <a:pt x="229" y="390"/>
                      <a:pt x="195" y="390"/>
                    </a:cubicBezTo>
                    <a:cubicBezTo>
                      <a:pt x="160" y="390"/>
                      <a:pt x="128" y="381"/>
                      <a:pt x="98" y="364"/>
                    </a:cubicBezTo>
                    <a:cubicBezTo>
                      <a:pt x="68" y="347"/>
                      <a:pt x="43" y="321"/>
                      <a:pt x="26" y="292"/>
                    </a:cubicBezTo>
                    <a:cubicBezTo>
                      <a:pt x="8" y="262"/>
                      <a:pt x="0" y="229"/>
                      <a:pt x="0" y="195"/>
                    </a:cubicBezTo>
                    <a:cubicBezTo>
                      <a:pt x="0" y="161"/>
                      <a:pt x="9" y="127"/>
                      <a:pt x="26" y="97"/>
                    </a:cubicBezTo>
                    <a:cubicBezTo>
                      <a:pt x="44" y="68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5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8"/>
                      <a:pt x="364" y="97"/>
                    </a:cubicBezTo>
                    <a:cubicBezTo>
                      <a:pt x="381" y="127"/>
                      <a:pt x="391" y="161"/>
                      <a:pt x="391" y="1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-3825385" y="1679157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6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-2851939" y="1282435"/>
                <a:ext cx="358155" cy="358152"/>
              </a:xfrm>
              <a:custGeom>
                <a:rect b="b" l="l" r="r" t="t"/>
                <a:pathLst>
                  <a:path extrusionOk="0" h="390" w="390">
                    <a:moveTo>
                      <a:pt x="390" y="195"/>
                    </a:moveTo>
                    <a:cubicBezTo>
                      <a:pt x="390" y="229"/>
                      <a:pt x="381" y="262"/>
                      <a:pt x="364" y="292"/>
                    </a:cubicBezTo>
                    <a:cubicBezTo>
                      <a:pt x="347" y="321"/>
                      <a:pt x="323" y="346"/>
                      <a:pt x="293" y="364"/>
                    </a:cubicBezTo>
                    <a:cubicBezTo>
                      <a:pt x="263" y="381"/>
                      <a:pt x="229" y="390"/>
                      <a:pt x="195" y="390"/>
                    </a:cubicBezTo>
                    <a:cubicBezTo>
                      <a:pt x="160" y="390"/>
                      <a:pt x="128" y="381"/>
                      <a:pt x="98" y="364"/>
                    </a:cubicBezTo>
                    <a:cubicBezTo>
                      <a:pt x="68" y="346"/>
                      <a:pt x="43" y="321"/>
                      <a:pt x="26" y="292"/>
                    </a:cubicBezTo>
                    <a:cubicBezTo>
                      <a:pt x="8" y="262"/>
                      <a:pt x="0" y="229"/>
                      <a:pt x="0" y="195"/>
                    </a:cubicBezTo>
                    <a:cubicBezTo>
                      <a:pt x="0" y="160"/>
                      <a:pt x="9" y="127"/>
                      <a:pt x="26" y="97"/>
                    </a:cubicBezTo>
                    <a:cubicBezTo>
                      <a:pt x="44" y="67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5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7"/>
                      <a:pt x="364" y="97"/>
                    </a:cubicBezTo>
                    <a:cubicBezTo>
                      <a:pt x="381" y="127"/>
                      <a:pt x="390" y="160"/>
                      <a:pt x="390" y="1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-2946529" y="1689259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7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" name="Google Shape;102;p6"/>
            <p:cNvGrpSpPr/>
            <p:nvPr/>
          </p:nvGrpSpPr>
          <p:grpSpPr>
            <a:xfrm>
              <a:off x="-3392844" y="1499163"/>
              <a:ext cx="656617" cy="728242"/>
              <a:chOff x="-3392844" y="1499163"/>
              <a:chExt cx="656617" cy="728242"/>
            </a:xfrm>
          </p:grpSpPr>
          <p:sp>
            <p:nvSpPr>
              <p:cNvPr id="103" name="Google Shape;103;p6"/>
              <p:cNvSpPr/>
              <p:nvPr/>
            </p:nvSpPr>
            <p:spPr>
              <a:xfrm>
                <a:off x="-3251419" y="1499163"/>
                <a:ext cx="359073" cy="358152"/>
              </a:xfrm>
              <a:custGeom>
                <a:rect b="b" l="l" r="r" t="t"/>
                <a:pathLst>
                  <a:path extrusionOk="0" h="390" w="391">
                    <a:moveTo>
                      <a:pt x="391" y="195"/>
                    </a:moveTo>
                    <a:cubicBezTo>
                      <a:pt x="391" y="229"/>
                      <a:pt x="381" y="262"/>
                      <a:pt x="364" y="292"/>
                    </a:cubicBezTo>
                    <a:cubicBezTo>
                      <a:pt x="346" y="321"/>
                      <a:pt x="323" y="347"/>
                      <a:pt x="293" y="364"/>
                    </a:cubicBezTo>
                    <a:cubicBezTo>
                      <a:pt x="263" y="381"/>
                      <a:pt x="230" y="390"/>
                      <a:pt x="196" y="390"/>
                    </a:cubicBezTo>
                    <a:cubicBezTo>
                      <a:pt x="161" y="390"/>
                      <a:pt x="128" y="381"/>
                      <a:pt x="98" y="364"/>
                    </a:cubicBezTo>
                    <a:cubicBezTo>
                      <a:pt x="68" y="347"/>
                      <a:pt x="44" y="321"/>
                      <a:pt x="27" y="292"/>
                    </a:cubicBezTo>
                    <a:cubicBezTo>
                      <a:pt x="9" y="262"/>
                      <a:pt x="0" y="229"/>
                      <a:pt x="0" y="195"/>
                    </a:cubicBezTo>
                    <a:cubicBezTo>
                      <a:pt x="0" y="160"/>
                      <a:pt x="9" y="127"/>
                      <a:pt x="27" y="97"/>
                    </a:cubicBezTo>
                    <a:cubicBezTo>
                      <a:pt x="44" y="68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6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8"/>
                      <a:pt x="364" y="97"/>
                    </a:cubicBezTo>
                    <a:cubicBezTo>
                      <a:pt x="382" y="127"/>
                      <a:pt x="391" y="160"/>
                      <a:pt x="391" y="1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-3392844" y="1903232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6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" name="Google Shape;105;p6"/>
            <p:cNvSpPr/>
            <p:nvPr/>
          </p:nvSpPr>
          <p:spPr>
            <a:xfrm>
              <a:off x="-3353356" y="1963842"/>
              <a:ext cx="594169" cy="541819"/>
            </a:xfrm>
            <a:custGeom>
              <a:rect b="b" l="l" r="r" t="t"/>
              <a:pathLst>
                <a:path extrusionOk="0" h="590" w="647">
                  <a:moveTo>
                    <a:pt x="324" y="590"/>
                  </a:moveTo>
                  <a:cubicBezTo>
                    <a:pt x="334" y="580"/>
                    <a:pt x="752" y="159"/>
                    <a:pt x="623" y="36"/>
                  </a:cubicBezTo>
                  <a:cubicBezTo>
                    <a:pt x="509" y="-73"/>
                    <a:pt x="360" y="99"/>
                    <a:pt x="324" y="145"/>
                  </a:cubicBezTo>
                  <a:cubicBezTo>
                    <a:pt x="288" y="99"/>
                    <a:pt x="139" y="-73"/>
                    <a:pt x="25" y="36"/>
                  </a:cubicBezTo>
                  <a:cubicBezTo>
                    <a:pt x="-104" y="159"/>
                    <a:pt x="314" y="580"/>
                    <a:pt x="324" y="5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" name="Google Shape;106;p6"/>
            <p:cNvGrpSpPr/>
            <p:nvPr/>
          </p:nvGrpSpPr>
          <p:grpSpPr>
            <a:xfrm>
              <a:off x="-2878571" y="2007922"/>
              <a:ext cx="101018" cy="232339"/>
              <a:chOff x="-2878571" y="2007922"/>
              <a:chExt cx="101018" cy="232339"/>
            </a:xfrm>
          </p:grpSpPr>
          <p:sp>
            <p:nvSpPr>
              <p:cNvPr id="107" name="Google Shape;107;p6"/>
              <p:cNvSpPr/>
              <p:nvPr/>
            </p:nvSpPr>
            <p:spPr>
              <a:xfrm>
                <a:off x="-2817042" y="2007922"/>
                <a:ext cx="39489" cy="86324"/>
              </a:xfrm>
              <a:custGeom>
                <a:rect b="b" l="l" r="r" t="t"/>
                <a:pathLst>
                  <a:path extrusionOk="0" h="94" w="43">
                    <a:moveTo>
                      <a:pt x="3" y="27"/>
                    </a:moveTo>
                    <a:cubicBezTo>
                      <a:pt x="4" y="28"/>
                      <a:pt x="4" y="29"/>
                      <a:pt x="4" y="30"/>
                    </a:cubicBezTo>
                    <a:cubicBezTo>
                      <a:pt x="4" y="29"/>
                      <a:pt x="3" y="27"/>
                      <a:pt x="3" y="26"/>
                    </a:cubicBezTo>
                    <a:cubicBezTo>
                      <a:pt x="5" y="32"/>
                      <a:pt x="7" y="39"/>
                      <a:pt x="8" y="46"/>
                    </a:cubicBezTo>
                    <a:cubicBezTo>
                      <a:pt x="8" y="44"/>
                      <a:pt x="8" y="43"/>
                      <a:pt x="7" y="41"/>
                    </a:cubicBezTo>
                    <a:cubicBezTo>
                      <a:pt x="8" y="49"/>
                      <a:pt x="8" y="56"/>
                      <a:pt x="7" y="63"/>
                    </a:cubicBezTo>
                    <a:cubicBezTo>
                      <a:pt x="8" y="62"/>
                      <a:pt x="8" y="60"/>
                      <a:pt x="8" y="58"/>
                    </a:cubicBezTo>
                    <a:cubicBezTo>
                      <a:pt x="7" y="63"/>
                      <a:pt x="6" y="68"/>
                      <a:pt x="5" y="72"/>
                    </a:cubicBezTo>
                    <a:cubicBezTo>
                      <a:pt x="2" y="81"/>
                      <a:pt x="8" y="92"/>
                      <a:pt x="17" y="94"/>
                    </a:cubicBezTo>
                    <a:cubicBezTo>
                      <a:pt x="27" y="96"/>
                      <a:pt x="36" y="91"/>
                      <a:pt x="39" y="81"/>
                    </a:cubicBezTo>
                    <a:cubicBezTo>
                      <a:pt x="47" y="58"/>
                      <a:pt x="44" y="32"/>
                      <a:pt x="34" y="10"/>
                    </a:cubicBezTo>
                    <a:cubicBezTo>
                      <a:pt x="32" y="6"/>
                      <a:pt x="27" y="3"/>
                      <a:pt x="23" y="1"/>
                    </a:cubicBezTo>
                    <a:cubicBezTo>
                      <a:pt x="19" y="0"/>
                      <a:pt x="12" y="0"/>
                      <a:pt x="9" y="3"/>
                    </a:cubicBezTo>
                    <a:cubicBezTo>
                      <a:pt x="5" y="5"/>
                      <a:pt x="2" y="9"/>
                      <a:pt x="1" y="14"/>
                    </a:cubicBezTo>
                    <a:cubicBezTo>
                      <a:pt x="0" y="19"/>
                      <a:pt x="1" y="23"/>
                      <a:pt x="3" y="2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-2878571" y="2111694"/>
                <a:ext cx="83569" cy="128567"/>
              </a:xfrm>
              <a:custGeom>
                <a:rect b="b" l="l" r="r" t="t"/>
                <a:pathLst>
                  <a:path extrusionOk="0" h="140" w="91">
                    <a:moveTo>
                      <a:pt x="57" y="14"/>
                    </a:moveTo>
                    <a:cubicBezTo>
                      <a:pt x="55" y="18"/>
                      <a:pt x="53" y="23"/>
                      <a:pt x="51" y="27"/>
                    </a:cubicBezTo>
                    <a:cubicBezTo>
                      <a:pt x="52" y="24"/>
                      <a:pt x="51" y="27"/>
                      <a:pt x="51" y="28"/>
                    </a:cubicBezTo>
                    <a:cubicBezTo>
                      <a:pt x="50" y="29"/>
                      <a:pt x="50" y="30"/>
                      <a:pt x="49" y="31"/>
                    </a:cubicBezTo>
                    <a:cubicBezTo>
                      <a:pt x="49" y="33"/>
                      <a:pt x="47" y="35"/>
                      <a:pt x="47" y="37"/>
                    </a:cubicBezTo>
                    <a:cubicBezTo>
                      <a:pt x="42" y="46"/>
                      <a:pt x="38" y="55"/>
                      <a:pt x="34" y="64"/>
                    </a:cubicBezTo>
                    <a:cubicBezTo>
                      <a:pt x="24" y="81"/>
                      <a:pt x="14" y="98"/>
                      <a:pt x="3" y="114"/>
                    </a:cubicBezTo>
                    <a:cubicBezTo>
                      <a:pt x="-2" y="121"/>
                      <a:pt x="1" y="134"/>
                      <a:pt x="9" y="138"/>
                    </a:cubicBezTo>
                    <a:cubicBezTo>
                      <a:pt x="18" y="143"/>
                      <a:pt x="28" y="140"/>
                      <a:pt x="34" y="132"/>
                    </a:cubicBezTo>
                    <a:cubicBezTo>
                      <a:pt x="57" y="98"/>
                      <a:pt x="76" y="61"/>
                      <a:pt x="91" y="23"/>
                    </a:cubicBezTo>
                    <a:cubicBezTo>
                      <a:pt x="94" y="14"/>
                      <a:pt x="87" y="3"/>
                      <a:pt x="78" y="1"/>
                    </a:cubicBezTo>
                    <a:cubicBezTo>
                      <a:pt x="68" y="-1"/>
                      <a:pt x="60" y="4"/>
                      <a:pt x="57" y="1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5400" lIns="90000" spcFirstLastPara="1" rIns="90000" wrap="square" tIns="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6"/>
            <p:cNvGrpSpPr/>
            <p:nvPr/>
          </p:nvGrpSpPr>
          <p:grpSpPr>
            <a:xfrm>
              <a:off x="-3513148" y="992241"/>
              <a:ext cx="973445" cy="345295"/>
              <a:chOff x="-3513148" y="992241"/>
              <a:chExt cx="973445" cy="345295"/>
            </a:xfrm>
          </p:grpSpPr>
          <p:sp>
            <p:nvSpPr>
              <p:cNvPr id="110" name="Google Shape;110;p6"/>
              <p:cNvSpPr/>
              <p:nvPr/>
            </p:nvSpPr>
            <p:spPr>
              <a:xfrm>
                <a:off x="-3513148" y="1078564"/>
                <a:ext cx="135915" cy="169892"/>
              </a:xfrm>
              <a:custGeom>
                <a:rect b="b" l="l" r="r" t="t"/>
                <a:pathLst>
                  <a:path extrusionOk="0" h="185" w="148">
                    <a:moveTo>
                      <a:pt x="85" y="185"/>
                    </a:moveTo>
                    <a:lnTo>
                      <a:pt x="0" y="36"/>
                    </a:lnTo>
                    <a:lnTo>
                      <a:pt x="63" y="0"/>
                    </a:lnTo>
                    <a:lnTo>
                      <a:pt x="76" y="21"/>
                    </a:lnTo>
                    <a:lnTo>
                      <a:pt x="35" y="44"/>
                    </a:lnTo>
                    <a:lnTo>
                      <a:pt x="58" y="83"/>
                    </a:lnTo>
                    <a:lnTo>
                      <a:pt x="90" y="65"/>
                    </a:lnTo>
                    <a:lnTo>
                      <a:pt x="102" y="86"/>
                    </a:lnTo>
                    <a:lnTo>
                      <a:pt x="70" y="104"/>
                    </a:lnTo>
                    <a:lnTo>
                      <a:pt x="96" y="150"/>
                    </a:lnTo>
                    <a:lnTo>
                      <a:pt x="136" y="127"/>
                    </a:lnTo>
                    <a:lnTo>
                      <a:pt x="148" y="148"/>
                    </a:lnTo>
                    <a:lnTo>
                      <a:pt x="85" y="1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-3402946" y="1018872"/>
                <a:ext cx="148772" cy="182749"/>
              </a:xfrm>
              <a:custGeom>
                <a:rect b="b" l="l" r="r" t="t"/>
                <a:pathLst>
                  <a:path extrusionOk="0" h="199" w="162">
                    <a:moveTo>
                      <a:pt x="56" y="199"/>
                    </a:moveTo>
                    <a:lnTo>
                      <a:pt x="0" y="37"/>
                    </a:lnTo>
                    <a:lnTo>
                      <a:pt x="36" y="25"/>
                    </a:lnTo>
                    <a:lnTo>
                      <a:pt x="94" y="136"/>
                    </a:lnTo>
                    <a:lnTo>
                      <a:pt x="70" y="13"/>
                    </a:lnTo>
                    <a:lnTo>
                      <a:pt x="105" y="0"/>
                    </a:lnTo>
                    <a:lnTo>
                      <a:pt x="162" y="162"/>
                    </a:lnTo>
                    <a:lnTo>
                      <a:pt x="138" y="171"/>
                    </a:lnTo>
                    <a:lnTo>
                      <a:pt x="95" y="48"/>
                    </a:lnTo>
                    <a:lnTo>
                      <a:pt x="119" y="177"/>
                    </a:lnTo>
                    <a:lnTo>
                      <a:pt x="98" y="184"/>
                    </a:lnTo>
                    <a:lnTo>
                      <a:pt x="36" y="69"/>
                    </a:lnTo>
                    <a:lnTo>
                      <a:pt x="79" y="191"/>
                    </a:lnTo>
                    <a:lnTo>
                      <a:pt x="56" y="1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6625" lIns="90000" spcFirstLastPara="1" rIns="90000" wrap="square" tIns="266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-3244073" y="999587"/>
                <a:ext cx="80814" cy="161627"/>
              </a:xfrm>
              <a:custGeom>
                <a:rect b="b" l="l" r="r" t="t"/>
                <a:pathLst>
                  <a:path extrusionOk="0" h="176" w="88">
                    <a:moveTo>
                      <a:pt x="25" y="176"/>
                    </a:moveTo>
                    <a:lnTo>
                      <a:pt x="0" y="7"/>
                    </a:lnTo>
                    <a:lnTo>
                      <a:pt x="39" y="1"/>
                    </a:lnTo>
                    <a:cubicBezTo>
                      <a:pt x="66" y="-3"/>
                      <a:pt x="81" y="9"/>
                      <a:pt x="85" y="37"/>
                    </a:cubicBezTo>
                    <a:lnTo>
                      <a:pt x="88" y="54"/>
                    </a:lnTo>
                    <a:cubicBezTo>
                      <a:pt x="92" y="82"/>
                      <a:pt x="80" y="98"/>
                      <a:pt x="54" y="102"/>
                    </a:cubicBezTo>
                    <a:lnTo>
                      <a:pt x="41" y="103"/>
                    </a:lnTo>
                    <a:lnTo>
                      <a:pt x="51" y="172"/>
                    </a:lnTo>
                    <a:lnTo>
                      <a:pt x="25" y="176"/>
                    </a:lnTo>
                    <a:moveTo>
                      <a:pt x="38" y="79"/>
                    </a:moveTo>
                    <a:lnTo>
                      <a:pt x="51" y="77"/>
                    </a:lnTo>
                    <a:cubicBezTo>
                      <a:pt x="59" y="76"/>
                      <a:pt x="63" y="71"/>
                      <a:pt x="61" y="59"/>
                    </a:cubicBezTo>
                    <a:lnTo>
                      <a:pt x="58" y="39"/>
                    </a:lnTo>
                    <a:cubicBezTo>
                      <a:pt x="57" y="28"/>
                      <a:pt x="52" y="24"/>
                      <a:pt x="43" y="25"/>
                    </a:cubicBezTo>
                    <a:lnTo>
                      <a:pt x="30" y="27"/>
                    </a:lnTo>
                    <a:lnTo>
                      <a:pt x="38" y="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-3132953" y="992241"/>
                <a:ext cx="84488" cy="157954"/>
              </a:xfrm>
              <a:custGeom>
                <a:rect b="b" l="l" r="r" t="t"/>
                <a:pathLst>
                  <a:path extrusionOk="0" h="172" w="92">
                    <a:moveTo>
                      <a:pt x="65" y="172"/>
                    </a:moveTo>
                    <a:lnTo>
                      <a:pt x="61" y="138"/>
                    </a:lnTo>
                    <a:lnTo>
                      <a:pt x="30" y="138"/>
                    </a:lnTo>
                    <a:lnTo>
                      <a:pt x="25" y="172"/>
                    </a:lnTo>
                    <a:lnTo>
                      <a:pt x="0" y="171"/>
                    </a:lnTo>
                    <a:lnTo>
                      <a:pt x="29" y="0"/>
                    </a:lnTo>
                    <a:lnTo>
                      <a:pt x="66" y="1"/>
                    </a:lnTo>
                    <a:lnTo>
                      <a:pt x="92" y="172"/>
                    </a:lnTo>
                    <a:lnTo>
                      <a:pt x="65" y="172"/>
                    </a:lnTo>
                    <a:moveTo>
                      <a:pt x="33" y="115"/>
                    </a:moveTo>
                    <a:lnTo>
                      <a:pt x="58" y="115"/>
                    </a:lnTo>
                    <a:lnTo>
                      <a:pt x="46" y="29"/>
                    </a:lnTo>
                    <a:lnTo>
                      <a:pt x="33" y="1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6900" lIns="90000" spcFirstLastPara="1" rIns="90000" wrap="square" tIns="16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-3015405" y="995914"/>
                <a:ext cx="78978" cy="163464"/>
              </a:xfrm>
              <a:custGeom>
                <a:rect b="b" l="l" r="r" t="t"/>
                <a:pathLst>
                  <a:path extrusionOk="0" h="178" w="86">
                    <a:moveTo>
                      <a:pt x="5" y="174"/>
                    </a:moveTo>
                    <a:lnTo>
                      <a:pt x="28" y="29"/>
                    </a:lnTo>
                    <a:lnTo>
                      <a:pt x="0" y="25"/>
                    </a:lnTo>
                    <a:lnTo>
                      <a:pt x="3" y="0"/>
                    </a:lnTo>
                    <a:lnTo>
                      <a:pt x="86" y="13"/>
                    </a:lnTo>
                    <a:lnTo>
                      <a:pt x="82" y="37"/>
                    </a:lnTo>
                    <a:lnTo>
                      <a:pt x="54" y="33"/>
                    </a:lnTo>
                    <a:lnTo>
                      <a:pt x="31" y="178"/>
                    </a:lnTo>
                    <a:lnTo>
                      <a:pt x="5" y="1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9075" lIns="90000" spcFirstLastPara="1" rIns="90000" wrap="square" tIns="190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-2933672" y="1020709"/>
                <a:ext cx="121222" cy="173566"/>
              </a:xfrm>
              <a:custGeom>
                <a:rect b="b" l="l" r="r" t="t"/>
                <a:pathLst>
                  <a:path extrusionOk="0" h="189" w="132">
                    <a:moveTo>
                      <a:pt x="0" y="163"/>
                    </a:moveTo>
                    <a:lnTo>
                      <a:pt x="54" y="0"/>
                    </a:lnTo>
                    <a:lnTo>
                      <a:pt x="79" y="8"/>
                    </a:lnTo>
                    <a:lnTo>
                      <a:pt x="58" y="75"/>
                    </a:lnTo>
                    <a:lnTo>
                      <a:pt x="85" y="84"/>
                    </a:lnTo>
                    <a:lnTo>
                      <a:pt x="107" y="17"/>
                    </a:lnTo>
                    <a:lnTo>
                      <a:pt x="132" y="26"/>
                    </a:lnTo>
                    <a:lnTo>
                      <a:pt x="79" y="189"/>
                    </a:lnTo>
                    <a:lnTo>
                      <a:pt x="53" y="180"/>
                    </a:lnTo>
                    <a:lnTo>
                      <a:pt x="77" y="107"/>
                    </a:lnTo>
                    <a:lnTo>
                      <a:pt x="50" y="98"/>
                    </a:lnTo>
                    <a:lnTo>
                      <a:pt x="26" y="171"/>
                    </a:lnTo>
                    <a:lnTo>
                      <a:pt x="0" y="1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3025" lIns="90000" spcFirstLastPara="1" rIns="90000" wrap="square" tIns="23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-2828981" y="1067544"/>
                <a:ext cx="90916" cy="152444"/>
              </a:xfrm>
              <a:custGeom>
                <a:rect b="b" l="l" r="r" t="t"/>
                <a:pathLst>
                  <a:path extrusionOk="0" h="166" w="99">
                    <a:moveTo>
                      <a:pt x="0" y="154"/>
                    </a:moveTo>
                    <a:lnTo>
                      <a:pt x="75" y="0"/>
                    </a:lnTo>
                    <a:lnTo>
                      <a:pt x="99" y="12"/>
                    </a:lnTo>
                    <a:lnTo>
                      <a:pt x="24" y="166"/>
                    </a:lnTo>
                    <a:lnTo>
                      <a:pt x="0" y="1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-2779390" y="1103359"/>
                <a:ext cx="146935" cy="169892"/>
              </a:xfrm>
              <a:custGeom>
                <a:rect b="b" l="l" r="r" t="t"/>
                <a:pathLst>
                  <a:path extrusionOk="0" h="185" w="160">
                    <a:moveTo>
                      <a:pt x="0" y="142"/>
                    </a:moveTo>
                    <a:lnTo>
                      <a:pt x="13" y="122"/>
                    </a:lnTo>
                    <a:lnTo>
                      <a:pt x="122" y="47"/>
                    </a:lnTo>
                    <a:lnTo>
                      <a:pt x="83" y="21"/>
                    </a:lnTo>
                    <a:lnTo>
                      <a:pt x="96" y="0"/>
                    </a:lnTo>
                    <a:lnTo>
                      <a:pt x="160" y="42"/>
                    </a:lnTo>
                    <a:lnTo>
                      <a:pt x="147" y="62"/>
                    </a:lnTo>
                    <a:lnTo>
                      <a:pt x="37" y="138"/>
                    </a:lnTo>
                    <a:lnTo>
                      <a:pt x="79" y="165"/>
                    </a:lnTo>
                    <a:lnTo>
                      <a:pt x="66" y="185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-2695821" y="1175908"/>
                <a:ext cx="156119" cy="161627"/>
              </a:xfrm>
              <a:custGeom>
                <a:rect b="b" l="l" r="r" t="t"/>
                <a:pathLst>
                  <a:path extrusionOk="0" h="176" w="170">
                    <a:moveTo>
                      <a:pt x="0" y="127"/>
                    </a:moveTo>
                    <a:lnTo>
                      <a:pt x="116" y="0"/>
                    </a:lnTo>
                    <a:lnTo>
                      <a:pt x="170" y="49"/>
                    </a:lnTo>
                    <a:lnTo>
                      <a:pt x="153" y="67"/>
                    </a:lnTo>
                    <a:lnTo>
                      <a:pt x="119" y="36"/>
                    </a:lnTo>
                    <a:lnTo>
                      <a:pt x="89" y="70"/>
                    </a:lnTo>
                    <a:lnTo>
                      <a:pt x="116" y="94"/>
                    </a:lnTo>
                    <a:lnTo>
                      <a:pt x="99" y="112"/>
                    </a:lnTo>
                    <a:lnTo>
                      <a:pt x="72" y="88"/>
                    </a:lnTo>
                    <a:lnTo>
                      <a:pt x="37" y="127"/>
                    </a:lnTo>
                    <a:lnTo>
                      <a:pt x="71" y="158"/>
                    </a:lnTo>
                    <a:lnTo>
                      <a:pt x="55" y="176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>
              <a:off x="-3852017" y="1248457"/>
              <a:ext cx="1551084" cy="996396"/>
              <a:chOff x="-3852017" y="1248457"/>
              <a:chExt cx="1551084" cy="996396"/>
            </a:xfrm>
          </p:grpSpPr>
          <p:sp>
            <p:nvSpPr>
              <p:cNvPr id="120" name="Google Shape;120;p6"/>
              <p:cNvSpPr/>
              <p:nvPr/>
            </p:nvSpPr>
            <p:spPr>
              <a:xfrm>
                <a:off x="-3148565" y="1248457"/>
                <a:ext cx="145099" cy="145097"/>
              </a:xfrm>
              <a:custGeom>
                <a:rect b="b" l="l" r="r" t="t"/>
                <a:pathLst>
                  <a:path extrusionOk="0" h="158" w="158">
                    <a:moveTo>
                      <a:pt x="105" y="58"/>
                    </a:moveTo>
                    <a:lnTo>
                      <a:pt x="155" y="73"/>
                    </a:lnTo>
                    <a:cubicBezTo>
                      <a:pt x="160" y="75"/>
                      <a:pt x="160" y="82"/>
                      <a:pt x="155" y="84"/>
                    </a:cubicBezTo>
                    <a:lnTo>
                      <a:pt x="105" y="98"/>
                    </a:lnTo>
                    <a:cubicBezTo>
                      <a:pt x="103" y="98"/>
                      <a:pt x="102" y="100"/>
                      <a:pt x="101" y="102"/>
                    </a:cubicBezTo>
                    <a:lnTo>
                      <a:pt x="85" y="155"/>
                    </a:lnTo>
                    <a:cubicBezTo>
                      <a:pt x="84" y="160"/>
                      <a:pt x="76" y="160"/>
                      <a:pt x="75" y="155"/>
                    </a:cubicBezTo>
                    <a:lnTo>
                      <a:pt x="58" y="106"/>
                    </a:lnTo>
                    <a:cubicBezTo>
                      <a:pt x="58" y="105"/>
                      <a:pt x="57" y="104"/>
                      <a:pt x="55" y="103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4" y="74"/>
                    </a:cubicBezTo>
                    <a:lnTo>
                      <a:pt x="56" y="59"/>
                    </a:lnTo>
                    <a:cubicBezTo>
                      <a:pt x="58" y="59"/>
                      <a:pt x="60" y="57"/>
                      <a:pt x="60" y="55"/>
                    </a:cubicBezTo>
                    <a:lnTo>
                      <a:pt x="75" y="4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4"/>
                    </a:lnTo>
                    <a:cubicBezTo>
                      <a:pt x="102" y="56"/>
                      <a:pt x="103" y="57"/>
                      <a:pt x="105" y="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-2446031" y="1512020"/>
                <a:ext cx="145099" cy="145097"/>
              </a:xfrm>
              <a:custGeom>
                <a:rect b="b" l="l" r="r" t="t"/>
                <a:pathLst>
                  <a:path extrusionOk="0" h="158" w="158">
                    <a:moveTo>
                      <a:pt x="105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6" y="98"/>
                    </a:lnTo>
                    <a:cubicBezTo>
                      <a:pt x="104" y="99"/>
                      <a:pt x="102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0"/>
                      <a:pt x="75" y="155"/>
                    </a:cubicBezTo>
                    <a:lnTo>
                      <a:pt x="59" y="107"/>
                    </a:lnTo>
                    <a:cubicBezTo>
                      <a:pt x="58" y="105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5" y="75"/>
                    </a:cubicBezTo>
                    <a:lnTo>
                      <a:pt x="57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2" y="57"/>
                      <a:pt x="104" y="58"/>
                      <a:pt x="105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-3852017" y="1512020"/>
                <a:ext cx="146017" cy="145097"/>
              </a:xfrm>
              <a:custGeom>
                <a:rect b="b" l="l" r="r" t="t"/>
                <a:pathLst>
                  <a:path extrusionOk="0" h="158" w="159">
                    <a:moveTo>
                      <a:pt x="106" y="59"/>
                    </a:moveTo>
                    <a:lnTo>
                      <a:pt x="155" y="74"/>
                    </a:lnTo>
                    <a:cubicBezTo>
                      <a:pt x="161" y="75"/>
                      <a:pt x="161" y="83"/>
                      <a:pt x="155" y="84"/>
                    </a:cubicBezTo>
                    <a:lnTo>
                      <a:pt x="106" y="98"/>
                    </a:lnTo>
                    <a:cubicBezTo>
                      <a:pt x="104" y="99"/>
                      <a:pt x="103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0"/>
                      <a:pt x="75" y="155"/>
                    </a:cubicBezTo>
                    <a:lnTo>
                      <a:pt x="59" y="107"/>
                    </a:lnTo>
                    <a:cubicBezTo>
                      <a:pt x="58" y="105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0" y="76"/>
                      <a:pt x="5" y="75"/>
                    </a:cubicBezTo>
                    <a:lnTo>
                      <a:pt x="57" y="60"/>
                    </a:lnTo>
                    <a:cubicBezTo>
                      <a:pt x="59" y="59"/>
                      <a:pt x="60" y="58"/>
                      <a:pt x="61" y="56"/>
                    </a:cubicBezTo>
                    <a:lnTo>
                      <a:pt x="76" y="5"/>
                    </a:lnTo>
                    <a:cubicBezTo>
                      <a:pt x="77" y="-1"/>
                      <a:pt x="85" y="-1"/>
                      <a:pt x="86" y="4"/>
                    </a:cubicBezTo>
                    <a:lnTo>
                      <a:pt x="102" y="55"/>
                    </a:lnTo>
                    <a:cubicBezTo>
                      <a:pt x="103" y="57"/>
                      <a:pt x="104" y="58"/>
                      <a:pt x="106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-2619598" y="2098838"/>
                <a:ext cx="145099" cy="146016"/>
              </a:xfrm>
              <a:custGeom>
                <a:rect b="b" l="l" r="r" t="t"/>
                <a:pathLst>
                  <a:path extrusionOk="0" h="159" w="158">
                    <a:moveTo>
                      <a:pt x="105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5" y="99"/>
                    </a:lnTo>
                    <a:cubicBezTo>
                      <a:pt x="103" y="99"/>
                      <a:pt x="102" y="100"/>
                      <a:pt x="101" y="102"/>
                    </a:cubicBezTo>
                    <a:lnTo>
                      <a:pt x="85" y="155"/>
                    </a:lnTo>
                    <a:cubicBezTo>
                      <a:pt x="84" y="160"/>
                      <a:pt x="76" y="161"/>
                      <a:pt x="75" y="155"/>
                    </a:cubicBezTo>
                    <a:lnTo>
                      <a:pt x="58" y="107"/>
                    </a:lnTo>
                    <a:cubicBezTo>
                      <a:pt x="58" y="106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4" y="75"/>
                    </a:cubicBezTo>
                    <a:lnTo>
                      <a:pt x="56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2" y="57"/>
                      <a:pt x="103" y="58"/>
                      <a:pt x="105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-3643552" y="2098838"/>
                <a:ext cx="145099" cy="146016"/>
              </a:xfrm>
              <a:custGeom>
                <a:rect b="b" l="l" r="r" t="t"/>
                <a:pathLst>
                  <a:path extrusionOk="0" h="159" w="158">
                    <a:moveTo>
                      <a:pt x="106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6" y="99"/>
                    </a:lnTo>
                    <a:cubicBezTo>
                      <a:pt x="104" y="99"/>
                      <a:pt x="103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1"/>
                      <a:pt x="75" y="155"/>
                    </a:cubicBezTo>
                    <a:lnTo>
                      <a:pt x="59" y="107"/>
                    </a:lnTo>
                    <a:cubicBezTo>
                      <a:pt x="58" y="106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5" y="75"/>
                    </a:cubicBezTo>
                    <a:lnTo>
                      <a:pt x="57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3" y="57"/>
                      <a:pt x="104" y="58"/>
                      <a:pt x="106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27" name="Google Shape;127;p7"/>
          <p:cNvSpPr txBox="1"/>
          <p:nvPr>
            <p:ph idx="1" type="subTitle"/>
          </p:nvPr>
        </p:nvSpPr>
        <p:spPr>
          <a:xfrm>
            <a:off x="720000" y="1017725"/>
            <a:ext cx="77040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28" name="Google Shape;128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31" name="Google Shape;131;p8"/>
          <p:cNvSpPr txBox="1"/>
          <p:nvPr>
            <p:ph type="title"/>
          </p:nvPr>
        </p:nvSpPr>
        <p:spPr>
          <a:xfrm>
            <a:off x="713225" y="1674300"/>
            <a:ext cx="4438500" cy="17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34" name="Google Shape;134;p9"/>
          <p:cNvSpPr txBox="1"/>
          <p:nvPr>
            <p:ph type="title"/>
          </p:nvPr>
        </p:nvSpPr>
        <p:spPr>
          <a:xfrm>
            <a:off x="884125" y="1114150"/>
            <a:ext cx="3991500" cy="15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9"/>
          <p:cNvSpPr txBox="1"/>
          <p:nvPr>
            <p:ph idx="1" type="subTitle"/>
          </p:nvPr>
        </p:nvSpPr>
        <p:spPr>
          <a:xfrm>
            <a:off x="884125" y="2814950"/>
            <a:ext cx="3991500" cy="12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36" name="Google Shape;136;p9"/>
          <p:cNvSpPr/>
          <p:nvPr>
            <p:ph idx="2" type="pic"/>
          </p:nvPr>
        </p:nvSpPr>
        <p:spPr>
          <a:xfrm>
            <a:off x="5254026" y="702750"/>
            <a:ext cx="3738000" cy="37380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0"/>
          <p:cNvSpPr txBox="1"/>
          <p:nvPr>
            <p:ph type="title"/>
          </p:nvPr>
        </p:nvSpPr>
        <p:spPr>
          <a:xfrm>
            <a:off x="713225" y="4050200"/>
            <a:ext cx="7717500" cy="5586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42" name="Google Shape;142;p11"/>
          <p:cNvSpPr txBox="1"/>
          <p:nvPr>
            <p:ph hasCustomPrompt="1" type="title"/>
          </p:nvPr>
        </p:nvSpPr>
        <p:spPr>
          <a:xfrm>
            <a:off x="3048125" y="1697825"/>
            <a:ext cx="5382600" cy="10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3" name="Google Shape;143;p11"/>
          <p:cNvSpPr txBox="1"/>
          <p:nvPr>
            <p:ph idx="1" type="subTitle"/>
          </p:nvPr>
        </p:nvSpPr>
        <p:spPr>
          <a:xfrm>
            <a:off x="3048125" y="2948550"/>
            <a:ext cx="53826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4" name="Google Shape;144;p11"/>
          <p:cNvSpPr/>
          <p:nvPr/>
        </p:nvSpPr>
        <p:spPr>
          <a:xfrm rot="1318035">
            <a:off x="8557156" y="3949738"/>
            <a:ext cx="384948" cy="384948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48" name="Google Shape;14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idx="1" type="subTitle"/>
          </p:nvPr>
        </p:nvSpPr>
        <p:spPr>
          <a:xfrm>
            <a:off x="1276775" y="213267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3"/>
          <p:cNvSpPr txBox="1"/>
          <p:nvPr>
            <p:ph idx="2" type="subTitle"/>
          </p:nvPr>
        </p:nvSpPr>
        <p:spPr>
          <a:xfrm>
            <a:off x="4947924" y="213267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idx="3" type="subTitle"/>
          </p:nvPr>
        </p:nvSpPr>
        <p:spPr>
          <a:xfrm>
            <a:off x="1276775" y="382885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3"/>
          <p:cNvSpPr txBox="1"/>
          <p:nvPr>
            <p:ph idx="4" type="subTitle"/>
          </p:nvPr>
        </p:nvSpPr>
        <p:spPr>
          <a:xfrm>
            <a:off x="4947924" y="382885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hasCustomPrompt="1" idx="5" type="title"/>
          </p:nvPr>
        </p:nvSpPr>
        <p:spPr>
          <a:xfrm>
            <a:off x="1276776" y="1232725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/>
          <p:nvPr>
            <p:ph hasCustomPrompt="1" idx="6" type="title"/>
          </p:nvPr>
        </p:nvSpPr>
        <p:spPr>
          <a:xfrm>
            <a:off x="1276776" y="2928921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/>
          <p:nvPr>
            <p:ph hasCustomPrompt="1" idx="7" type="title"/>
          </p:nvPr>
        </p:nvSpPr>
        <p:spPr>
          <a:xfrm>
            <a:off x="4947926" y="1232725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/>
          <p:nvPr>
            <p:ph hasCustomPrompt="1" idx="8" type="title"/>
          </p:nvPr>
        </p:nvSpPr>
        <p:spPr>
          <a:xfrm>
            <a:off x="4947926" y="2928921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dk2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/>
          <p:nvPr>
            <p:ph idx="9" type="subTitle"/>
          </p:nvPr>
        </p:nvSpPr>
        <p:spPr>
          <a:xfrm>
            <a:off x="1276774" y="1872925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8" name="Google Shape;158;p13"/>
          <p:cNvSpPr txBox="1"/>
          <p:nvPr>
            <p:ph idx="13" type="subTitle"/>
          </p:nvPr>
        </p:nvSpPr>
        <p:spPr>
          <a:xfrm>
            <a:off x="4947926" y="1872925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9" name="Google Shape;159;p13"/>
          <p:cNvSpPr txBox="1"/>
          <p:nvPr>
            <p:ph idx="14" type="subTitle"/>
          </p:nvPr>
        </p:nvSpPr>
        <p:spPr>
          <a:xfrm>
            <a:off x="1276774" y="3569051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0" name="Google Shape;160;p13"/>
          <p:cNvSpPr txBox="1"/>
          <p:nvPr>
            <p:ph idx="15" type="subTitle"/>
          </p:nvPr>
        </p:nvSpPr>
        <p:spPr>
          <a:xfrm>
            <a:off x="4947926" y="3569051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63" name="Google Shape;163;p14"/>
          <p:cNvSpPr/>
          <p:nvPr/>
        </p:nvSpPr>
        <p:spPr>
          <a:xfrm rot="10475227">
            <a:off x="8422500" y="3922220"/>
            <a:ext cx="356188" cy="356487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64" name="Google Shape;164;p14"/>
          <p:cNvSpPr txBox="1"/>
          <p:nvPr>
            <p:ph type="title"/>
          </p:nvPr>
        </p:nvSpPr>
        <p:spPr>
          <a:xfrm>
            <a:off x="3230225" y="3193600"/>
            <a:ext cx="507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5" name="Google Shape;165;p14"/>
          <p:cNvSpPr txBox="1"/>
          <p:nvPr>
            <p:ph idx="1" type="subTitle"/>
          </p:nvPr>
        </p:nvSpPr>
        <p:spPr>
          <a:xfrm>
            <a:off x="3230225" y="1402800"/>
            <a:ext cx="5073900" cy="16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lengo"/>
                <a:ea typeface="Molengo"/>
                <a:cs typeface="Molengo"/>
                <a:sym typeface="Molengo"/>
              </a:rPr>
              <a:t> </a:t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68" name="Google Shape;16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15"/>
          <p:cNvSpPr txBox="1"/>
          <p:nvPr>
            <p:ph idx="1" type="subTitle"/>
          </p:nvPr>
        </p:nvSpPr>
        <p:spPr>
          <a:xfrm>
            <a:off x="4644975" y="1721525"/>
            <a:ext cx="3501600" cy="17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5"/>
          <p:cNvSpPr txBox="1"/>
          <p:nvPr>
            <p:ph idx="2" type="subTitle"/>
          </p:nvPr>
        </p:nvSpPr>
        <p:spPr>
          <a:xfrm>
            <a:off x="997425" y="1721525"/>
            <a:ext cx="3501600" cy="17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>
            <a:off x="720000" y="1784150"/>
            <a:ext cx="33774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" name="Google Shape;174;p16"/>
          <p:cNvSpPr txBox="1"/>
          <p:nvPr>
            <p:ph idx="1" type="subTitle"/>
          </p:nvPr>
        </p:nvSpPr>
        <p:spPr>
          <a:xfrm>
            <a:off x="720000" y="2449450"/>
            <a:ext cx="33774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720000" y="1020151"/>
            <a:ext cx="77040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2" type="subTitle"/>
          </p:nvPr>
        </p:nvSpPr>
        <p:spPr>
          <a:xfrm>
            <a:off x="720000" y="1438275"/>
            <a:ext cx="3550500" cy="10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3" type="subTitle"/>
          </p:nvPr>
        </p:nvSpPr>
        <p:spPr>
          <a:xfrm>
            <a:off x="4873500" y="1438275"/>
            <a:ext cx="3550500" cy="10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17"/>
          <p:cNvSpPr/>
          <p:nvPr/>
        </p:nvSpPr>
        <p:spPr>
          <a:xfrm rot="10510487">
            <a:off x="114853" y="2542622"/>
            <a:ext cx="463643" cy="463694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82" name="Google Shape;182;p17"/>
          <p:cNvSpPr/>
          <p:nvPr/>
        </p:nvSpPr>
        <p:spPr>
          <a:xfrm rot="10509608">
            <a:off x="8540525" y="1775210"/>
            <a:ext cx="280902" cy="280927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720000" y="1020151"/>
            <a:ext cx="77040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87" name="Google Shape;187;p18"/>
          <p:cNvSpPr txBox="1"/>
          <p:nvPr>
            <p:ph idx="2" type="subTitle"/>
          </p:nvPr>
        </p:nvSpPr>
        <p:spPr>
          <a:xfrm>
            <a:off x="720000" y="1438275"/>
            <a:ext cx="58440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8" name="Google Shape;188;p18"/>
          <p:cNvSpPr/>
          <p:nvPr/>
        </p:nvSpPr>
        <p:spPr>
          <a:xfrm rot="9719319">
            <a:off x="92929" y="3729056"/>
            <a:ext cx="397794" cy="397695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89" name="Google Shape;189;p18"/>
          <p:cNvSpPr/>
          <p:nvPr/>
        </p:nvSpPr>
        <p:spPr>
          <a:xfrm rot="-8629563">
            <a:off x="8503667" y="4155979"/>
            <a:ext cx="474215" cy="474103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192" name="Google Shape;19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" type="subTitle"/>
          </p:nvPr>
        </p:nvSpPr>
        <p:spPr>
          <a:xfrm>
            <a:off x="989805" y="2073400"/>
            <a:ext cx="33405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4" name="Google Shape;194;p19"/>
          <p:cNvSpPr txBox="1"/>
          <p:nvPr>
            <p:ph idx="2" type="subTitle"/>
          </p:nvPr>
        </p:nvSpPr>
        <p:spPr>
          <a:xfrm>
            <a:off x="989800" y="1605100"/>
            <a:ext cx="33405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5" name="Google Shape;195;p19"/>
          <p:cNvSpPr txBox="1"/>
          <p:nvPr>
            <p:ph idx="3" type="subTitle"/>
          </p:nvPr>
        </p:nvSpPr>
        <p:spPr>
          <a:xfrm>
            <a:off x="4813689" y="3026450"/>
            <a:ext cx="33405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" name="Google Shape;196;p19"/>
          <p:cNvSpPr txBox="1"/>
          <p:nvPr>
            <p:ph idx="4" type="subTitle"/>
          </p:nvPr>
        </p:nvSpPr>
        <p:spPr>
          <a:xfrm>
            <a:off x="4813675" y="2558175"/>
            <a:ext cx="33405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19"/>
          <p:cNvSpPr/>
          <p:nvPr/>
        </p:nvSpPr>
        <p:spPr>
          <a:xfrm rot="910210">
            <a:off x="328902" y="3313034"/>
            <a:ext cx="408122" cy="408122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00" name="Google Shape;200;p20"/>
          <p:cNvSpPr/>
          <p:nvPr/>
        </p:nvSpPr>
        <p:spPr>
          <a:xfrm rot="1187492">
            <a:off x="8480069" y="789761"/>
            <a:ext cx="352630" cy="352630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01" name="Google Shape;20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1" type="subTitle"/>
          </p:nvPr>
        </p:nvSpPr>
        <p:spPr>
          <a:xfrm>
            <a:off x="3383463" y="2793075"/>
            <a:ext cx="23703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3" name="Google Shape;203;p20"/>
          <p:cNvSpPr txBox="1"/>
          <p:nvPr>
            <p:ph idx="2" type="subTitle"/>
          </p:nvPr>
        </p:nvSpPr>
        <p:spPr>
          <a:xfrm>
            <a:off x="713225" y="2793075"/>
            <a:ext cx="23703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4" name="Google Shape;204;p20"/>
          <p:cNvSpPr txBox="1"/>
          <p:nvPr>
            <p:ph idx="3" type="subTitle"/>
          </p:nvPr>
        </p:nvSpPr>
        <p:spPr>
          <a:xfrm>
            <a:off x="3383463" y="239827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4" type="subTitle"/>
          </p:nvPr>
        </p:nvSpPr>
        <p:spPr>
          <a:xfrm>
            <a:off x="713225" y="239827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5" type="subTitle"/>
          </p:nvPr>
        </p:nvSpPr>
        <p:spPr>
          <a:xfrm>
            <a:off x="6053700" y="2793075"/>
            <a:ext cx="23703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20"/>
          <p:cNvSpPr txBox="1"/>
          <p:nvPr>
            <p:ph idx="6" type="subTitle"/>
          </p:nvPr>
        </p:nvSpPr>
        <p:spPr>
          <a:xfrm>
            <a:off x="6053701" y="239827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0"/>
          <p:cNvSpPr/>
          <p:nvPr/>
        </p:nvSpPr>
        <p:spPr>
          <a:xfrm rot="-918831">
            <a:off x="238515" y="1339878"/>
            <a:ext cx="385073" cy="385073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11" name="Google Shape;211;p21"/>
          <p:cNvSpPr txBox="1"/>
          <p:nvPr>
            <p:ph idx="1" type="subTitle"/>
          </p:nvPr>
        </p:nvSpPr>
        <p:spPr>
          <a:xfrm>
            <a:off x="3383476" y="3400475"/>
            <a:ext cx="2370300" cy="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2" name="Google Shape;212;p21"/>
          <p:cNvSpPr txBox="1"/>
          <p:nvPr>
            <p:ph idx="2" type="subTitle"/>
          </p:nvPr>
        </p:nvSpPr>
        <p:spPr>
          <a:xfrm>
            <a:off x="713225" y="3400475"/>
            <a:ext cx="2370300" cy="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21"/>
          <p:cNvSpPr txBox="1"/>
          <p:nvPr>
            <p:ph idx="3" type="subTitle"/>
          </p:nvPr>
        </p:nvSpPr>
        <p:spPr>
          <a:xfrm>
            <a:off x="3383478" y="300567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4" name="Google Shape;214;p21"/>
          <p:cNvSpPr txBox="1"/>
          <p:nvPr>
            <p:ph idx="4" type="subTitle"/>
          </p:nvPr>
        </p:nvSpPr>
        <p:spPr>
          <a:xfrm>
            <a:off x="713225" y="300567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5" name="Google Shape;215;p21"/>
          <p:cNvSpPr txBox="1"/>
          <p:nvPr>
            <p:ph idx="5" type="subTitle"/>
          </p:nvPr>
        </p:nvSpPr>
        <p:spPr>
          <a:xfrm>
            <a:off x="6053727" y="3400475"/>
            <a:ext cx="2370300" cy="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21"/>
          <p:cNvSpPr txBox="1"/>
          <p:nvPr>
            <p:ph idx="6" type="subTitle"/>
          </p:nvPr>
        </p:nvSpPr>
        <p:spPr>
          <a:xfrm>
            <a:off x="6053731" y="300567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1"/>
          <p:cNvSpPr/>
          <p:nvPr/>
        </p:nvSpPr>
        <p:spPr>
          <a:xfrm rot="-10604925">
            <a:off x="8528326" y="1982951"/>
            <a:ext cx="280351" cy="280351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19" name="Google Shape;219;p21"/>
          <p:cNvSpPr/>
          <p:nvPr/>
        </p:nvSpPr>
        <p:spPr>
          <a:xfrm rot="9643842">
            <a:off x="319997" y="961756"/>
            <a:ext cx="351809" cy="351809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22" name="Google Shape;22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4685904" y="1964850"/>
            <a:ext cx="21921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4" name="Google Shape;224;p22"/>
          <p:cNvSpPr txBox="1"/>
          <p:nvPr>
            <p:ph idx="2" type="subTitle"/>
          </p:nvPr>
        </p:nvSpPr>
        <p:spPr>
          <a:xfrm>
            <a:off x="2265975" y="1964850"/>
            <a:ext cx="21921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5" name="Google Shape;225;p22"/>
          <p:cNvSpPr txBox="1"/>
          <p:nvPr>
            <p:ph idx="3" type="subTitle"/>
          </p:nvPr>
        </p:nvSpPr>
        <p:spPr>
          <a:xfrm>
            <a:off x="4685904" y="1570050"/>
            <a:ext cx="21921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4" type="subTitle"/>
          </p:nvPr>
        </p:nvSpPr>
        <p:spPr>
          <a:xfrm>
            <a:off x="2265975" y="1570050"/>
            <a:ext cx="21921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idx="5" type="subTitle"/>
          </p:nvPr>
        </p:nvSpPr>
        <p:spPr>
          <a:xfrm>
            <a:off x="4685904" y="3450200"/>
            <a:ext cx="21921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8" name="Google Shape;228;p22"/>
          <p:cNvSpPr txBox="1"/>
          <p:nvPr>
            <p:ph idx="6" type="subTitle"/>
          </p:nvPr>
        </p:nvSpPr>
        <p:spPr>
          <a:xfrm>
            <a:off x="2265975" y="3450200"/>
            <a:ext cx="21921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9" name="Google Shape;229;p22"/>
          <p:cNvSpPr txBox="1"/>
          <p:nvPr>
            <p:ph idx="7" type="subTitle"/>
          </p:nvPr>
        </p:nvSpPr>
        <p:spPr>
          <a:xfrm>
            <a:off x="4685904" y="3055400"/>
            <a:ext cx="21921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8" type="subTitle"/>
          </p:nvPr>
        </p:nvSpPr>
        <p:spPr>
          <a:xfrm>
            <a:off x="2265975" y="3055400"/>
            <a:ext cx="21921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22"/>
          <p:cNvSpPr/>
          <p:nvPr/>
        </p:nvSpPr>
        <p:spPr>
          <a:xfrm rot="1025297">
            <a:off x="8548791" y="4294206"/>
            <a:ext cx="262383" cy="262383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34" name="Google Shape;234;p23"/>
          <p:cNvSpPr/>
          <p:nvPr/>
        </p:nvSpPr>
        <p:spPr>
          <a:xfrm rot="1187492">
            <a:off x="8480069" y="789761"/>
            <a:ext cx="352630" cy="352630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35" name="Google Shape;23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1" type="subTitle"/>
          </p:nvPr>
        </p:nvSpPr>
        <p:spPr>
          <a:xfrm>
            <a:off x="3385162" y="2192180"/>
            <a:ext cx="2370300" cy="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7" name="Google Shape;237;p23"/>
          <p:cNvSpPr txBox="1"/>
          <p:nvPr>
            <p:ph idx="2" type="subTitle"/>
          </p:nvPr>
        </p:nvSpPr>
        <p:spPr>
          <a:xfrm>
            <a:off x="714925" y="2192180"/>
            <a:ext cx="2370300" cy="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8" name="Google Shape;238;p23"/>
          <p:cNvSpPr txBox="1"/>
          <p:nvPr>
            <p:ph idx="3" type="subTitle"/>
          </p:nvPr>
        </p:nvSpPr>
        <p:spPr>
          <a:xfrm>
            <a:off x="3385162" y="1797380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9" name="Google Shape;239;p23"/>
          <p:cNvSpPr txBox="1"/>
          <p:nvPr>
            <p:ph idx="4" type="subTitle"/>
          </p:nvPr>
        </p:nvSpPr>
        <p:spPr>
          <a:xfrm>
            <a:off x="714925" y="1797380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0" name="Google Shape;240;p23"/>
          <p:cNvSpPr txBox="1"/>
          <p:nvPr>
            <p:ph idx="5" type="subTitle"/>
          </p:nvPr>
        </p:nvSpPr>
        <p:spPr>
          <a:xfrm>
            <a:off x="6055400" y="2192180"/>
            <a:ext cx="2370300" cy="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1" name="Google Shape;241;p23"/>
          <p:cNvSpPr txBox="1"/>
          <p:nvPr>
            <p:ph idx="6" type="subTitle"/>
          </p:nvPr>
        </p:nvSpPr>
        <p:spPr>
          <a:xfrm>
            <a:off x="6055400" y="1797380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23"/>
          <p:cNvSpPr/>
          <p:nvPr/>
        </p:nvSpPr>
        <p:spPr>
          <a:xfrm rot="-918831">
            <a:off x="238515" y="1339878"/>
            <a:ext cx="385073" cy="385073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43" name="Google Shape;243;p23"/>
          <p:cNvSpPr txBox="1"/>
          <p:nvPr>
            <p:ph idx="7" type="subTitle"/>
          </p:nvPr>
        </p:nvSpPr>
        <p:spPr>
          <a:xfrm>
            <a:off x="3385162" y="4048925"/>
            <a:ext cx="2370300" cy="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3"/>
          <p:cNvSpPr txBox="1"/>
          <p:nvPr>
            <p:ph idx="8" type="subTitle"/>
          </p:nvPr>
        </p:nvSpPr>
        <p:spPr>
          <a:xfrm>
            <a:off x="714925" y="4048925"/>
            <a:ext cx="2370300" cy="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5" name="Google Shape;245;p23"/>
          <p:cNvSpPr txBox="1"/>
          <p:nvPr>
            <p:ph idx="9" type="subTitle"/>
          </p:nvPr>
        </p:nvSpPr>
        <p:spPr>
          <a:xfrm>
            <a:off x="3385162" y="365412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6" name="Google Shape;246;p23"/>
          <p:cNvSpPr txBox="1"/>
          <p:nvPr>
            <p:ph idx="13" type="subTitle"/>
          </p:nvPr>
        </p:nvSpPr>
        <p:spPr>
          <a:xfrm>
            <a:off x="714925" y="365412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23"/>
          <p:cNvSpPr txBox="1"/>
          <p:nvPr>
            <p:ph idx="14" type="subTitle"/>
          </p:nvPr>
        </p:nvSpPr>
        <p:spPr>
          <a:xfrm>
            <a:off x="6055400" y="4048925"/>
            <a:ext cx="2370300" cy="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8" name="Google Shape;248;p23"/>
          <p:cNvSpPr txBox="1"/>
          <p:nvPr>
            <p:ph idx="15" type="subTitle"/>
          </p:nvPr>
        </p:nvSpPr>
        <p:spPr>
          <a:xfrm>
            <a:off x="6055400" y="3654125"/>
            <a:ext cx="23703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51" name="Google Shape;251;p24"/>
          <p:cNvSpPr txBox="1"/>
          <p:nvPr>
            <p:ph hasCustomPrompt="1" type="title"/>
          </p:nvPr>
        </p:nvSpPr>
        <p:spPr>
          <a:xfrm>
            <a:off x="1864700" y="592425"/>
            <a:ext cx="4275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2" name="Google Shape;252;p24"/>
          <p:cNvSpPr txBox="1"/>
          <p:nvPr>
            <p:ph idx="1" type="subTitle"/>
          </p:nvPr>
        </p:nvSpPr>
        <p:spPr>
          <a:xfrm>
            <a:off x="1864700" y="1209752"/>
            <a:ext cx="42753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hasCustomPrompt="1" idx="2" type="title"/>
          </p:nvPr>
        </p:nvSpPr>
        <p:spPr>
          <a:xfrm>
            <a:off x="2937399" y="2011450"/>
            <a:ext cx="4275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24"/>
          <p:cNvSpPr txBox="1"/>
          <p:nvPr>
            <p:ph idx="3" type="subTitle"/>
          </p:nvPr>
        </p:nvSpPr>
        <p:spPr>
          <a:xfrm>
            <a:off x="2937399" y="2629769"/>
            <a:ext cx="42753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hasCustomPrompt="1" idx="4" type="title"/>
          </p:nvPr>
        </p:nvSpPr>
        <p:spPr>
          <a:xfrm>
            <a:off x="4010075" y="3430475"/>
            <a:ext cx="4275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24"/>
          <p:cNvSpPr txBox="1"/>
          <p:nvPr>
            <p:ph idx="5" type="subTitle"/>
          </p:nvPr>
        </p:nvSpPr>
        <p:spPr>
          <a:xfrm>
            <a:off x="4010075" y="4049772"/>
            <a:ext cx="42753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4"/>
          <p:cNvSpPr/>
          <p:nvPr/>
        </p:nvSpPr>
        <p:spPr>
          <a:xfrm rot="10351975">
            <a:off x="7235414" y="195751"/>
            <a:ext cx="373971" cy="373971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60" name="Google Shape;26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25"/>
          <p:cNvSpPr/>
          <p:nvPr/>
        </p:nvSpPr>
        <p:spPr>
          <a:xfrm rot="-1735431">
            <a:off x="8517016" y="4057482"/>
            <a:ext cx="306422" cy="306422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62" name="Google Shape;262;p25"/>
          <p:cNvSpPr/>
          <p:nvPr/>
        </p:nvSpPr>
        <p:spPr>
          <a:xfrm rot="-1489793">
            <a:off x="1054098" y="71818"/>
            <a:ext cx="438649" cy="438649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6" name="Google Shape;266;p26"/>
          <p:cNvSpPr/>
          <p:nvPr/>
        </p:nvSpPr>
        <p:spPr>
          <a:xfrm rot="1253065">
            <a:off x="6870814" y="4709739"/>
            <a:ext cx="306325" cy="306325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67" name="Google Shape;267;p26"/>
          <p:cNvSpPr/>
          <p:nvPr/>
        </p:nvSpPr>
        <p:spPr>
          <a:xfrm rot="-1489793">
            <a:off x="202748" y="3426268"/>
            <a:ext cx="438649" cy="438649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270" name="Google Shape;270;p27"/>
          <p:cNvSpPr txBox="1"/>
          <p:nvPr>
            <p:ph type="title"/>
          </p:nvPr>
        </p:nvSpPr>
        <p:spPr>
          <a:xfrm>
            <a:off x="4433975" y="542450"/>
            <a:ext cx="36990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4433975" y="1609247"/>
            <a:ext cx="3699000" cy="11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7"/>
          <p:cNvSpPr txBox="1"/>
          <p:nvPr/>
        </p:nvSpPr>
        <p:spPr>
          <a:xfrm>
            <a:off x="4433950" y="3441450"/>
            <a:ext cx="3699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Molengo"/>
                <a:ea typeface="Molengo"/>
                <a:cs typeface="Molengo"/>
                <a:sym typeface="Moleng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,</a:t>
            </a:r>
            <a:r>
              <a:rPr lang="en" sz="1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 </a:t>
            </a:r>
            <a:endParaRPr b="1" sz="1200" u="sng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grpSp>
        <p:nvGrpSpPr>
          <p:cNvPr id="275" name="Google Shape;275;p28"/>
          <p:cNvGrpSpPr/>
          <p:nvPr/>
        </p:nvGrpSpPr>
        <p:grpSpPr>
          <a:xfrm rot="609176">
            <a:off x="8445526" y="1457906"/>
            <a:ext cx="1075778" cy="1075778"/>
            <a:chOff x="7174069" y="3047744"/>
            <a:chExt cx="1555652" cy="1555652"/>
          </a:xfrm>
        </p:grpSpPr>
        <p:sp>
          <p:nvSpPr>
            <p:cNvPr id="276" name="Google Shape;276;p28"/>
            <p:cNvSpPr/>
            <p:nvPr/>
          </p:nvSpPr>
          <p:spPr>
            <a:xfrm>
              <a:off x="7174069" y="3047744"/>
              <a:ext cx="1555652" cy="1555652"/>
            </a:xfrm>
            <a:custGeom>
              <a:rect b="b" l="l" r="r" t="t"/>
              <a:pathLst>
                <a:path extrusionOk="0" h="1987" w="1987">
                  <a:moveTo>
                    <a:pt x="993" y="1987"/>
                  </a:moveTo>
                  <a:cubicBezTo>
                    <a:pt x="942" y="1987"/>
                    <a:pt x="890" y="1983"/>
                    <a:pt x="839" y="1975"/>
                  </a:cubicBezTo>
                  <a:cubicBezTo>
                    <a:pt x="735" y="1959"/>
                    <a:pt x="635" y="1927"/>
                    <a:pt x="541" y="1878"/>
                  </a:cubicBezTo>
                  <a:cubicBezTo>
                    <a:pt x="380" y="1796"/>
                    <a:pt x="245" y="1672"/>
                    <a:pt x="150" y="1519"/>
                  </a:cubicBezTo>
                  <a:cubicBezTo>
                    <a:pt x="51" y="1362"/>
                    <a:pt x="0" y="1180"/>
                    <a:pt x="0" y="994"/>
                  </a:cubicBezTo>
                  <a:cubicBezTo>
                    <a:pt x="0" y="866"/>
                    <a:pt x="23" y="743"/>
                    <a:pt x="70" y="625"/>
                  </a:cubicBezTo>
                  <a:cubicBezTo>
                    <a:pt x="160" y="400"/>
                    <a:pt x="329" y="215"/>
                    <a:pt x="546" y="106"/>
                  </a:cubicBezTo>
                  <a:cubicBezTo>
                    <a:pt x="686" y="36"/>
                    <a:pt x="836" y="0"/>
                    <a:pt x="993" y="0"/>
                  </a:cubicBezTo>
                  <a:cubicBezTo>
                    <a:pt x="1164" y="0"/>
                    <a:pt x="1333" y="44"/>
                    <a:pt x="1481" y="128"/>
                  </a:cubicBezTo>
                  <a:cubicBezTo>
                    <a:pt x="1625" y="209"/>
                    <a:pt x="1747" y="326"/>
                    <a:pt x="1835" y="466"/>
                  </a:cubicBezTo>
                  <a:cubicBezTo>
                    <a:pt x="1896" y="563"/>
                    <a:pt x="1939" y="669"/>
                    <a:pt x="1964" y="780"/>
                  </a:cubicBezTo>
                  <a:cubicBezTo>
                    <a:pt x="1964" y="782"/>
                    <a:pt x="1965" y="784"/>
                    <a:pt x="1965" y="785"/>
                  </a:cubicBezTo>
                  <a:cubicBezTo>
                    <a:pt x="1971" y="813"/>
                    <a:pt x="1975" y="841"/>
                    <a:pt x="1979" y="869"/>
                  </a:cubicBezTo>
                  <a:cubicBezTo>
                    <a:pt x="1981" y="884"/>
                    <a:pt x="1982" y="898"/>
                    <a:pt x="1984" y="913"/>
                  </a:cubicBezTo>
                  <a:cubicBezTo>
                    <a:pt x="1986" y="939"/>
                    <a:pt x="1987" y="966"/>
                    <a:pt x="1987" y="993"/>
                  </a:cubicBezTo>
                  <a:cubicBezTo>
                    <a:pt x="1987" y="1177"/>
                    <a:pt x="1936" y="1357"/>
                    <a:pt x="1841" y="1512"/>
                  </a:cubicBezTo>
                  <a:lnTo>
                    <a:pt x="1839" y="1515"/>
                  </a:lnTo>
                  <a:cubicBezTo>
                    <a:pt x="1822" y="1542"/>
                    <a:pt x="1804" y="1569"/>
                    <a:pt x="1785" y="1594"/>
                  </a:cubicBezTo>
                  <a:cubicBezTo>
                    <a:pt x="1694" y="1713"/>
                    <a:pt x="1576" y="1812"/>
                    <a:pt x="1442" y="1880"/>
                  </a:cubicBezTo>
                  <a:cubicBezTo>
                    <a:pt x="1303" y="1951"/>
                    <a:pt x="1151" y="1987"/>
                    <a:pt x="993" y="19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7203820" y="3077495"/>
              <a:ext cx="1496151" cy="1496151"/>
            </a:xfrm>
            <a:custGeom>
              <a:rect b="b" l="l" r="r" t="t"/>
              <a:pathLst>
                <a:path extrusionOk="0" h="1911" w="1911">
                  <a:moveTo>
                    <a:pt x="1911" y="955"/>
                  </a:moveTo>
                  <a:cubicBezTo>
                    <a:pt x="1911" y="1123"/>
                    <a:pt x="1867" y="1288"/>
                    <a:pt x="1783" y="1433"/>
                  </a:cubicBezTo>
                  <a:cubicBezTo>
                    <a:pt x="1699" y="1578"/>
                    <a:pt x="1578" y="1699"/>
                    <a:pt x="1433" y="1783"/>
                  </a:cubicBezTo>
                  <a:cubicBezTo>
                    <a:pt x="1288" y="1867"/>
                    <a:pt x="1122" y="1911"/>
                    <a:pt x="955" y="1911"/>
                  </a:cubicBezTo>
                  <a:cubicBezTo>
                    <a:pt x="787" y="1911"/>
                    <a:pt x="623" y="1867"/>
                    <a:pt x="478" y="1783"/>
                  </a:cubicBezTo>
                  <a:cubicBezTo>
                    <a:pt x="332" y="1699"/>
                    <a:pt x="212" y="1578"/>
                    <a:pt x="128" y="1433"/>
                  </a:cubicBezTo>
                  <a:cubicBezTo>
                    <a:pt x="44" y="1288"/>
                    <a:pt x="0" y="1123"/>
                    <a:pt x="0" y="955"/>
                  </a:cubicBezTo>
                  <a:cubicBezTo>
                    <a:pt x="0" y="788"/>
                    <a:pt x="44" y="623"/>
                    <a:pt x="128" y="478"/>
                  </a:cubicBezTo>
                  <a:cubicBezTo>
                    <a:pt x="212" y="333"/>
                    <a:pt x="332" y="212"/>
                    <a:pt x="478" y="128"/>
                  </a:cubicBezTo>
                  <a:cubicBezTo>
                    <a:pt x="623" y="44"/>
                    <a:pt x="788" y="0"/>
                    <a:pt x="955" y="0"/>
                  </a:cubicBezTo>
                  <a:cubicBezTo>
                    <a:pt x="1123" y="0"/>
                    <a:pt x="1288" y="44"/>
                    <a:pt x="1433" y="128"/>
                  </a:cubicBezTo>
                  <a:cubicBezTo>
                    <a:pt x="1578" y="212"/>
                    <a:pt x="1699" y="333"/>
                    <a:pt x="1783" y="478"/>
                  </a:cubicBezTo>
                  <a:cubicBezTo>
                    <a:pt x="1867" y="623"/>
                    <a:pt x="1911" y="788"/>
                    <a:pt x="1911" y="9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7501327" y="4163396"/>
              <a:ext cx="746118" cy="139359"/>
            </a:xfrm>
            <a:custGeom>
              <a:rect b="b" l="l" r="r" t="t"/>
              <a:pathLst>
                <a:path extrusionOk="0" h="178" w="953">
                  <a:moveTo>
                    <a:pt x="953" y="178"/>
                  </a:moveTo>
                  <a:lnTo>
                    <a:pt x="0" y="178"/>
                  </a:lnTo>
                  <a:cubicBezTo>
                    <a:pt x="32" y="151"/>
                    <a:pt x="75" y="137"/>
                    <a:pt x="117" y="141"/>
                  </a:cubicBezTo>
                  <a:cubicBezTo>
                    <a:pt x="141" y="144"/>
                    <a:pt x="164" y="152"/>
                    <a:pt x="188" y="155"/>
                  </a:cubicBezTo>
                  <a:cubicBezTo>
                    <a:pt x="212" y="158"/>
                    <a:pt x="239" y="155"/>
                    <a:pt x="256" y="139"/>
                  </a:cubicBezTo>
                  <a:cubicBezTo>
                    <a:pt x="266" y="129"/>
                    <a:pt x="273" y="117"/>
                    <a:pt x="281" y="105"/>
                  </a:cubicBezTo>
                  <a:cubicBezTo>
                    <a:pt x="293" y="88"/>
                    <a:pt x="310" y="75"/>
                    <a:pt x="329" y="63"/>
                  </a:cubicBezTo>
                  <a:cubicBezTo>
                    <a:pt x="428" y="-1"/>
                    <a:pt x="554" y="-15"/>
                    <a:pt x="668" y="13"/>
                  </a:cubicBezTo>
                  <a:cubicBezTo>
                    <a:pt x="769" y="37"/>
                    <a:pt x="873" y="105"/>
                    <a:pt x="953" y="1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9075" lIns="90000" spcFirstLastPara="1" rIns="90000" wrap="square" tIns="19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7889652" y="3721833"/>
              <a:ext cx="746118" cy="138576"/>
            </a:xfrm>
            <a:custGeom>
              <a:rect b="b" l="l" r="r" t="t"/>
              <a:pathLst>
                <a:path extrusionOk="0" h="177" w="953">
                  <a:moveTo>
                    <a:pt x="953" y="177"/>
                  </a:moveTo>
                  <a:lnTo>
                    <a:pt x="0" y="177"/>
                  </a:lnTo>
                  <a:cubicBezTo>
                    <a:pt x="32" y="150"/>
                    <a:pt x="75" y="136"/>
                    <a:pt x="117" y="141"/>
                  </a:cubicBezTo>
                  <a:cubicBezTo>
                    <a:pt x="141" y="143"/>
                    <a:pt x="164" y="152"/>
                    <a:pt x="188" y="155"/>
                  </a:cubicBezTo>
                  <a:cubicBezTo>
                    <a:pt x="212" y="158"/>
                    <a:pt x="239" y="155"/>
                    <a:pt x="256" y="138"/>
                  </a:cubicBezTo>
                  <a:cubicBezTo>
                    <a:pt x="266" y="129"/>
                    <a:pt x="272" y="116"/>
                    <a:pt x="280" y="105"/>
                  </a:cubicBezTo>
                  <a:cubicBezTo>
                    <a:pt x="293" y="88"/>
                    <a:pt x="310" y="74"/>
                    <a:pt x="328" y="63"/>
                  </a:cubicBezTo>
                  <a:cubicBezTo>
                    <a:pt x="427" y="-1"/>
                    <a:pt x="554" y="-15"/>
                    <a:pt x="668" y="13"/>
                  </a:cubicBezTo>
                  <a:cubicBezTo>
                    <a:pt x="769" y="37"/>
                    <a:pt x="873" y="105"/>
                    <a:pt x="953" y="1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7261755" y="3593435"/>
              <a:ext cx="746118" cy="138576"/>
            </a:xfrm>
            <a:custGeom>
              <a:rect b="b" l="l" r="r" t="t"/>
              <a:pathLst>
                <a:path extrusionOk="0" h="177" w="953">
                  <a:moveTo>
                    <a:pt x="953" y="177"/>
                  </a:moveTo>
                  <a:lnTo>
                    <a:pt x="0" y="177"/>
                  </a:lnTo>
                  <a:cubicBezTo>
                    <a:pt x="32" y="150"/>
                    <a:pt x="76" y="136"/>
                    <a:pt x="117" y="141"/>
                  </a:cubicBezTo>
                  <a:cubicBezTo>
                    <a:pt x="141" y="143"/>
                    <a:pt x="164" y="151"/>
                    <a:pt x="188" y="155"/>
                  </a:cubicBezTo>
                  <a:cubicBezTo>
                    <a:pt x="212" y="158"/>
                    <a:pt x="239" y="155"/>
                    <a:pt x="256" y="138"/>
                  </a:cubicBezTo>
                  <a:cubicBezTo>
                    <a:pt x="267" y="129"/>
                    <a:pt x="273" y="116"/>
                    <a:pt x="281" y="105"/>
                  </a:cubicBezTo>
                  <a:cubicBezTo>
                    <a:pt x="293" y="88"/>
                    <a:pt x="311" y="74"/>
                    <a:pt x="329" y="63"/>
                  </a:cubicBezTo>
                  <a:cubicBezTo>
                    <a:pt x="428" y="-1"/>
                    <a:pt x="554" y="-15"/>
                    <a:pt x="669" y="13"/>
                  </a:cubicBezTo>
                  <a:cubicBezTo>
                    <a:pt x="769" y="37"/>
                    <a:pt x="873" y="104"/>
                    <a:pt x="953" y="1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7524814" y="3454076"/>
              <a:ext cx="836153" cy="938715"/>
            </a:xfrm>
            <a:custGeom>
              <a:rect b="b" l="l" r="r" t="t"/>
              <a:pathLst>
                <a:path extrusionOk="0" h="1199" w="1068">
                  <a:moveTo>
                    <a:pt x="1050" y="347"/>
                  </a:moveTo>
                  <a:cubicBezTo>
                    <a:pt x="973" y="85"/>
                    <a:pt x="680" y="-60"/>
                    <a:pt x="395" y="23"/>
                  </a:cubicBezTo>
                  <a:cubicBezTo>
                    <a:pt x="110" y="106"/>
                    <a:pt x="-58" y="386"/>
                    <a:pt x="19" y="649"/>
                  </a:cubicBezTo>
                  <a:cubicBezTo>
                    <a:pt x="76" y="844"/>
                    <a:pt x="252" y="974"/>
                    <a:pt x="455" y="994"/>
                  </a:cubicBezTo>
                  <a:cubicBezTo>
                    <a:pt x="458" y="994"/>
                    <a:pt x="461" y="997"/>
                    <a:pt x="461" y="1000"/>
                  </a:cubicBezTo>
                  <a:lnTo>
                    <a:pt x="473" y="1091"/>
                  </a:lnTo>
                  <a:cubicBezTo>
                    <a:pt x="482" y="1162"/>
                    <a:pt x="548" y="1210"/>
                    <a:pt x="617" y="1197"/>
                  </a:cubicBezTo>
                  <a:lnTo>
                    <a:pt x="617" y="1197"/>
                  </a:lnTo>
                  <a:cubicBezTo>
                    <a:pt x="683" y="1185"/>
                    <a:pt x="726" y="1123"/>
                    <a:pt x="717" y="1058"/>
                  </a:cubicBezTo>
                  <a:lnTo>
                    <a:pt x="703" y="969"/>
                  </a:lnTo>
                  <a:cubicBezTo>
                    <a:pt x="703" y="966"/>
                    <a:pt x="705" y="963"/>
                    <a:pt x="708" y="962"/>
                  </a:cubicBezTo>
                  <a:cubicBezTo>
                    <a:pt x="971" y="866"/>
                    <a:pt x="1123" y="599"/>
                    <a:pt x="1050" y="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7823105" y="3671726"/>
              <a:ext cx="330390" cy="663129"/>
            </a:xfrm>
            <a:custGeom>
              <a:rect b="b" l="l" r="r" t="t"/>
              <a:pathLst>
                <a:path extrusionOk="0" h="847" w="422">
                  <a:moveTo>
                    <a:pt x="153" y="847"/>
                  </a:moveTo>
                  <a:lnTo>
                    <a:pt x="133" y="840"/>
                  </a:lnTo>
                  <a:cubicBezTo>
                    <a:pt x="172" y="728"/>
                    <a:pt x="168" y="604"/>
                    <a:pt x="127" y="494"/>
                  </a:cubicBezTo>
                  <a:cubicBezTo>
                    <a:pt x="98" y="498"/>
                    <a:pt x="66" y="488"/>
                    <a:pt x="43" y="465"/>
                  </a:cubicBezTo>
                  <a:cubicBezTo>
                    <a:pt x="20" y="444"/>
                    <a:pt x="5" y="411"/>
                    <a:pt x="1" y="375"/>
                  </a:cubicBezTo>
                  <a:cubicBezTo>
                    <a:pt x="0" y="365"/>
                    <a:pt x="0" y="352"/>
                    <a:pt x="8" y="342"/>
                  </a:cubicBezTo>
                  <a:cubicBezTo>
                    <a:pt x="14" y="335"/>
                    <a:pt x="22" y="331"/>
                    <a:pt x="31" y="331"/>
                  </a:cubicBezTo>
                  <a:cubicBezTo>
                    <a:pt x="49" y="331"/>
                    <a:pt x="67" y="346"/>
                    <a:pt x="78" y="360"/>
                  </a:cubicBezTo>
                  <a:cubicBezTo>
                    <a:pt x="103" y="394"/>
                    <a:pt x="124" y="430"/>
                    <a:pt x="140" y="469"/>
                  </a:cubicBezTo>
                  <a:cubicBezTo>
                    <a:pt x="159" y="461"/>
                    <a:pt x="175" y="444"/>
                    <a:pt x="185" y="431"/>
                  </a:cubicBezTo>
                  <a:cubicBezTo>
                    <a:pt x="206" y="405"/>
                    <a:pt x="223" y="376"/>
                    <a:pt x="235" y="345"/>
                  </a:cubicBezTo>
                  <a:cubicBezTo>
                    <a:pt x="212" y="326"/>
                    <a:pt x="191" y="299"/>
                    <a:pt x="174" y="264"/>
                  </a:cubicBezTo>
                  <a:cubicBezTo>
                    <a:pt x="141" y="200"/>
                    <a:pt x="125" y="127"/>
                    <a:pt x="128" y="55"/>
                  </a:cubicBezTo>
                  <a:cubicBezTo>
                    <a:pt x="129" y="39"/>
                    <a:pt x="131" y="22"/>
                    <a:pt x="144" y="11"/>
                  </a:cubicBezTo>
                  <a:cubicBezTo>
                    <a:pt x="159" y="-4"/>
                    <a:pt x="184" y="-3"/>
                    <a:pt x="200" y="7"/>
                  </a:cubicBezTo>
                  <a:cubicBezTo>
                    <a:pt x="216" y="16"/>
                    <a:pt x="226" y="32"/>
                    <a:pt x="234" y="46"/>
                  </a:cubicBezTo>
                  <a:cubicBezTo>
                    <a:pt x="284" y="132"/>
                    <a:pt x="292" y="242"/>
                    <a:pt x="260" y="337"/>
                  </a:cubicBezTo>
                  <a:cubicBezTo>
                    <a:pt x="262" y="338"/>
                    <a:pt x="264" y="340"/>
                    <a:pt x="266" y="341"/>
                  </a:cubicBezTo>
                  <a:cubicBezTo>
                    <a:pt x="269" y="343"/>
                    <a:pt x="272" y="344"/>
                    <a:pt x="276" y="346"/>
                  </a:cubicBezTo>
                  <a:cubicBezTo>
                    <a:pt x="285" y="321"/>
                    <a:pt x="297" y="297"/>
                    <a:pt x="310" y="274"/>
                  </a:cubicBezTo>
                  <a:cubicBezTo>
                    <a:pt x="317" y="262"/>
                    <a:pt x="326" y="248"/>
                    <a:pt x="340" y="240"/>
                  </a:cubicBezTo>
                  <a:cubicBezTo>
                    <a:pt x="354" y="233"/>
                    <a:pt x="371" y="233"/>
                    <a:pt x="386" y="240"/>
                  </a:cubicBezTo>
                  <a:cubicBezTo>
                    <a:pt x="404" y="248"/>
                    <a:pt x="418" y="264"/>
                    <a:pt x="421" y="281"/>
                  </a:cubicBezTo>
                  <a:cubicBezTo>
                    <a:pt x="428" y="312"/>
                    <a:pt x="411" y="346"/>
                    <a:pt x="381" y="365"/>
                  </a:cubicBezTo>
                  <a:cubicBezTo>
                    <a:pt x="354" y="380"/>
                    <a:pt x="320" y="383"/>
                    <a:pt x="288" y="373"/>
                  </a:cubicBezTo>
                  <a:cubicBezTo>
                    <a:pt x="238" y="513"/>
                    <a:pt x="245" y="672"/>
                    <a:pt x="311" y="807"/>
                  </a:cubicBezTo>
                  <a:lnTo>
                    <a:pt x="292" y="816"/>
                  </a:lnTo>
                  <a:cubicBezTo>
                    <a:pt x="223" y="676"/>
                    <a:pt x="216" y="511"/>
                    <a:pt x="268" y="366"/>
                  </a:cubicBezTo>
                  <a:cubicBezTo>
                    <a:pt x="264" y="364"/>
                    <a:pt x="259" y="361"/>
                    <a:pt x="255" y="359"/>
                  </a:cubicBezTo>
                  <a:cubicBezTo>
                    <a:pt x="254" y="358"/>
                    <a:pt x="253" y="358"/>
                    <a:pt x="252" y="357"/>
                  </a:cubicBezTo>
                  <a:cubicBezTo>
                    <a:pt x="240" y="389"/>
                    <a:pt x="223" y="418"/>
                    <a:pt x="201" y="445"/>
                  </a:cubicBezTo>
                  <a:cubicBezTo>
                    <a:pt x="189" y="459"/>
                    <a:pt x="171" y="479"/>
                    <a:pt x="147" y="488"/>
                  </a:cubicBezTo>
                  <a:cubicBezTo>
                    <a:pt x="190" y="602"/>
                    <a:pt x="193" y="731"/>
                    <a:pt x="153" y="847"/>
                  </a:cubicBezTo>
                  <a:moveTo>
                    <a:pt x="30" y="352"/>
                  </a:moveTo>
                  <a:cubicBezTo>
                    <a:pt x="27" y="352"/>
                    <a:pt x="26" y="353"/>
                    <a:pt x="24" y="355"/>
                  </a:cubicBezTo>
                  <a:cubicBezTo>
                    <a:pt x="21" y="359"/>
                    <a:pt x="21" y="366"/>
                    <a:pt x="22" y="372"/>
                  </a:cubicBezTo>
                  <a:cubicBezTo>
                    <a:pt x="26" y="404"/>
                    <a:pt x="38" y="432"/>
                    <a:pt x="57" y="450"/>
                  </a:cubicBezTo>
                  <a:cubicBezTo>
                    <a:pt x="74" y="467"/>
                    <a:pt x="97" y="475"/>
                    <a:pt x="119" y="474"/>
                  </a:cubicBezTo>
                  <a:lnTo>
                    <a:pt x="119" y="474"/>
                  </a:lnTo>
                  <a:cubicBezTo>
                    <a:pt x="104" y="438"/>
                    <a:pt x="84" y="404"/>
                    <a:pt x="61" y="372"/>
                  </a:cubicBezTo>
                  <a:cubicBezTo>
                    <a:pt x="53" y="361"/>
                    <a:pt x="39" y="352"/>
                    <a:pt x="31" y="352"/>
                  </a:cubicBezTo>
                  <a:cubicBezTo>
                    <a:pt x="30" y="352"/>
                    <a:pt x="30" y="352"/>
                    <a:pt x="30" y="352"/>
                  </a:cubicBezTo>
                  <a:moveTo>
                    <a:pt x="295" y="353"/>
                  </a:moveTo>
                  <a:cubicBezTo>
                    <a:pt x="322" y="361"/>
                    <a:pt x="349" y="359"/>
                    <a:pt x="370" y="346"/>
                  </a:cubicBezTo>
                  <a:cubicBezTo>
                    <a:pt x="389" y="335"/>
                    <a:pt x="406" y="310"/>
                    <a:pt x="401" y="286"/>
                  </a:cubicBezTo>
                  <a:cubicBezTo>
                    <a:pt x="398" y="275"/>
                    <a:pt x="389" y="264"/>
                    <a:pt x="378" y="259"/>
                  </a:cubicBezTo>
                  <a:cubicBezTo>
                    <a:pt x="368" y="254"/>
                    <a:pt x="358" y="254"/>
                    <a:pt x="351" y="259"/>
                  </a:cubicBezTo>
                  <a:cubicBezTo>
                    <a:pt x="341" y="264"/>
                    <a:pt x="335" y="274"/>
                    <a:pt x="329" y="285"/>
                  </a:cubicBezTo>
                  <a:cubicBezTo>
                    <a:pt x="316" y="307"/>
                    <a:pt x="305" y="330"/>
                    <a:pt x="295" y="353"/>
                  </a:cubicBezTo>
                  <a:moveTo>
                    <a:pt x="171" y="20"/>
                  </a:moveTo>
                  <a:cubicBezTo>
                    <a:pt x="166" y="21"/>
                    <a:pt x="162" y="23"/>
                    <a:pt x="158" y="26"/>
                  </a:cubicBezTo>
                  <a:cubicBezTo>
                    <a:pt x="151" y="33"/>
                    <a:pt x="150" y="44"/>
                    <a:pt x="149" y="56"/>
                  </a:cubicBezTo>
                  <a:cubicBezTo>
                    <a:pt x="146" y="124"/>
                    <a:pt x="161" y="193"/>
                    <a:pt x="192" y="254"/>
                  </a:cubicBezTo>
                  <a:cubicBezTo>
                    <a:pt x="207" y="284"/>
                    <a:pt x="224" y="306"/>
                    <a:pt x="242" y="323"/>
                  </a:cubicBezTo>
                  <a:cubicBezTo>
                    <a:pt x="269" y="235"/>
                    <a:pt x="262" y="135"/>
                    <a:pt x="216" y="56"/>
                  </a:cubicBezTo>
                  <a:cubicBezTo>
                    <a:pt x="209" y="44"/>
                    <a:pt x="201" y="32"/>
                    <a:pt x="189" y="25"/>
                  </a:cubicBezTo>
                  <a:cubicBezTo>
                    <a:pt x="184" y="22"/>
                    <a:pt x="177" y="20"/>
                    <a:pt x="171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7870862" y="4282399"/>
              <a:ext cx="245052" cy="238789"/>
            </a:xfrm>
            <a:custGeom>
              <a:rect b="b" l="l" r="r" t="t"/>
              <a:pathLst>
                <a:path extrusionOk="0" h="305" w="313">
                  <a:moveTo>
                    <a:pt x="310" y="54"/>
                  </a:moveTo>
                  <a:lnTo>
                    <a:pt x="303" y="0"/>
                  </a:lnTo>
                  <a:lnTo>
                    <a:pt x="0" y="46"/>
                  </a:lnTo>
                  <a:lnTo>
                    <a:pt x="6" y="117"/>
                  </a:lnTo>
                  <a:cubicBezTo>
                    <a:pt x="6" y="117"/>
                    <a:pt x="21" y="250"/>
                    <a:pt x="130" y="264"/>
                  </a:cubicBezTo>
                  <a:cubicBezTo>
                    <a:pt x="140" y="285"/>
                    <a:pt x="160" y="308"/>
                    <a:pt x="190" y="304"/>
                  </a:cubicBezTo>
                  <a:cubicBezTo>
                    <a:pt x="222" y="300"/>
                    <a:pt x="232" y="269"/>
                    <a:pt x="235" y="246"/>
                  </a:cubicBezTo>
                  <a:cubicBezTo>
                    <a:pt x="337" y="192"/>
                    <a:pt x="310" y="54"/>
                    <a:pt x="310" y="5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7581184" y="3325678"/>
              <a:ext cx="292810" cy="245835"/>
            </a:xfrm>
            <a:custGeom>
              <a:rect b="b" l="l" r="r" t="t"/>
              <a:pathLst>
                <a:path extrusionOk="0" h="314" w="374">
                  <a:moveTo>
                    <a:pt x="343" y="5"/>
                  </a:moveTo>
                  <a:cubicBezTo>
                    <a:pt x="258" y="-12"/>
                    <a:pt x="165" y="9"/>
                    <a:pt x="96" y="62"/>
                  </a:cubicBezTo>
                  <a:cubicBezTo>
                    <a:pt x="119" y="64"/>
                    <a:pt x="140" y="65"/>
                    <a:pt x="163" y="64"/>
                  </a:cubicBezTo>
                  <a:cubicBezTo>
                    <a:pt x="126" y="71"/>
                    <a:pt x="92" y="91"/>
                    <a:pt x="65" y="118"/>
                  </a:cubicBezTo>
                  <a:cubicBezTo>
                    <a:pt x="38" y="145"/>
                    <a:pt x="18" y="178"/>
                    <a:pt x="0" y="213"/>
                  </a:cubicBezTo>
                  <a:cubicBezTo>
                    <a:pt x="22" y="199"/>
                    <a:pt x="43" y="187"/>
                    <a:pt x="67" y="178"/>
                  </a:cubicBezTo>
                  <a:cubicBezTo>
                    <a:pt x="39" y="217"/>
                    <a:pt x="14" y="267"/>
                    <a:pt x="11" y="314"/>
                  </a:cubicBezTo>
                  <a:cubicBezTo>
                    <a:pt x="18" y="308"/>
                    <a:pt x="27" y="306"/>
                    <a:pt x="36" y="303"/>
                  </a:cubicBezTo>
                  <a:cubicBezTo>
                    <a:pt x="75" y="290"/>
                    <a:pt x="111" y="268"/>
                    <a:pt x="140" y="239"/>
                  </a:cubicBezTo>
                  <a:cubicBezTo>
                    <a:pt x="132" y="257"/>
                    <a:pt x="124" y="272"/>
                    <a:pt x="116" y="290"/>
                  </a:cubicBezTo>
                  <a:cubicBezTo>
                    <a:pt x="138" y="289"/>
                    <a:pt x="157" y="281"/>
                    <a:pt x="177" y="271"/>
                  </a:cubicBezTo>
                  <a:cubicBezTo>
                    <a:pt x="198" y="261"/>
                    <a:pt x="217" y="248"/>
                    <a:pt x="235" y="235"/>
                  </a:cubicBezTo>
                  <a:cubicBezTo>
                    <a:pt x="229" y="248"/>
                    <a:pt x="222" y="260"/>
                    <a:pt x="216" y="273"/>
                  </a:cubicBezTo>
                  <a:cubicBezTo>
                    <a:pt x="260" y="255"/>
                    <a:pt x="302" y="232"/>
                    <a:pt x="332" y="196"/>
                  </a:cubicBezTo>
                  <a:cubicBezTo>
                    <a:pt x="362" y="159"/>
                    <a:pt x="380" y="111"/>
                    <a:pt x="373" y="64"/>
                  </a:cubicBezTo>
                  <a:cubicBezTo>
                    <a:pt x="370" y="45"/>
                    <a:pt x="357" y="19"/>
                    <a:pt x="343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7747162" y="3187886"/>
              <a:ext cx="366404" cy="388326"/>
            </a:xfrm>
            <a:custGeom>
              <a:rect b="b" l="l" r="r" t="t"/>
              <a:pathLst>
                <a:path extrusionOk="0" h="496" w="468">
                  <a:moveTo>
                    <a:pt x="426" y="85"/>
                  </a:moveTo>
                  <a:cubicBezTo>
                    <a:pt x="426" y="85"/>
                    <a:pt x="490" y="-36"/>
                    <a:pt x="325" y="10"/>
                  </a:cubicBezTo>
                  <a:cubicBezTo>
                    <a:pt x="322" y="11"/>
                    <a:pt x="320" y="12"/>
                    <a:pt x="317" y="12"/>
                  </a:cubicBezTo>
                  <a:cubicBezTo>
                    <a:pt x="260" y="11"/>
                    <a:pt x="10" y="4"/>
                    <a:pt x="1" y="33"/>
                  </a:cubicBezTo>
                  <a:cubicBezTo>
                    <a:pt x="-4" y="52"/>
                    <a:pt x="46" y="85"/>
                    <a:pt x="87" y="108"/>
                  </a:cubicBezTo>
                  <a:cubicBezTo>
                    <a:pt x="76" y="113"/>
                    <a:pt x="65" y="119"/>
                    <a:pt x="54" y="125"/>
                  </a:cubicBezTo>
                  <a:lnTo>
                    <a:pt x="202" y="387"/>
                  </a:lnTo>
                  <a:cubicBezTo>
                    <a:pt x="202" y="387"/>
                    <a:pt x="231" y="369"/>
                    <a:pt x="273" y="339"/>
                  </a:cubicBezTo>
                  <a:lnTo>
                    <a:pt x="270" y="342"/>
                  </a:lnTo>
                  <a:cubicBezTo>
                    <a:pt x="270" y="342"/>
                    <a:pt x="301" y="497"/>
                    <a:pt x="334" y="496"/>
                  </a:cubicBezTo>
                  <a:cubicBezTo>
                    <a:pt x="361" y="495"/>
                    <a:pt x="427" y="272"/>
                    <a:pt x="444" y="195"/>
                  </a:cubicBezTo>
                  <a:lnTo>
                    <a:pt x="444" y="195"/>
                  </a:lnTo>
                  <a:cubicBezTo>
                    <a:pt x="508" y="132"/>
                    <a:pt x="427" y="147"/>
                    <a:pt x="426" y="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8000826" y="3177708"/>
              <a:ext cx="182419" cy="162846"/>
            </a:xfrm>
            <a:custGeom>
              <a:rect b="b" l="l" r="r" t="t"/>
              <a:pathLst>
                <a:path extrusionOk="0" h="208" w="233">
                  <a:moveTo>
                    <a:pt x="233" y="12"/>
                  </a:moveTo>
                  <a:cubicBezTo>
                    <a:pt x="234" y="74"/>
                    <a:pt x="183" y="145"/>
                    <a:pt x="120" y="208"/>
                  </a:cubicBezTo>
                  <a:cubicBezTo>
                    <a:pt x="110" y="181"/>
                    <a:pt x="92" y="141"/>
                    <a:pt x="66" y="102"/>
                  </a:cubicBezTo>
                  <a:cubicBezTo>
                    <a:pt x="39" y="61"/>
                    <a:pt x="15" y="36"/>
                    <a:pt x="0" y="23"/>
                  </a:cubicBezTo>
                  <a:cubicBezTo>
                    <a:pt x="166" y="-23"/>
                    <a:pt x="233" y="12"/>
                    <a:pt x="233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29875" lIns="90000" spcFirstLastPara="1" rIns="90000" wrap="square" tIns="29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7889652" y="3254433"/>
              <a:ext cx="130747" cy="130747"/>
            </a:xfrm>
            <a:custGeom>
              <a:rect b="b" l="l" r="r" t="t"/>
              <a:pathLst>
                <a:path extrusionOk="0" h="167" w="167">
                  <a:moveTo>
                    <a:pt x="167" y="84"/>
                  </a:moveTo>
                  <a:cubicBezTo>
                    <a:pt x="167" y="98"/>
                    <a:pt x="163" y="114"/>
                    <a:pt x="156" y="126"/>
                  </a:cubicBezTo>
                  <a:cubicBezTo>
                    <a:pt x="148" y="139"/>
                    <a:pt x="138" y="149"/>
                    <a:pt x="126" y="156"/>
                  </a:cubicBezTo>
                  <a:cubicBezTo>
                    <a:pt x="113" y="164"/>
                    <a:pt x="98" y="167"/>
                    <a:pt x="84" y="167"/>
                  </a:cubicBezTo>
                  <a:cubicBezTo>
                    <a:pt x="69" y="167"/>
                    <a:pt x="54" y="164"/>
                    <a:pt x="42" y="156"/>
                  </a:cubicBezTo>
                  <a:cubicBezTo>
                    <a:pt x="29" y="149"/>
                    <a:pt x="18" y="139"/>
                    <a:pt x="11" y="126"/>
                  </a:cubicBezTo>
                  <a:cubicBezTo>
                    <a:pt x="3" y="114"/>
                    <a:pt x="0" y="98"/>
                    <a:pt x="0" y="84"/>
                  </a:cubicBezTo>
                  <a:cubicBezTo>
                    <a:pt x="0" y="69"/>
                    <a:pt x="3" y="54"/>
                    <a:pt x="11" y="42"/>
                  </a:cubicBezTo>
                  <a:cubicBezTo>
                    <a:pt x="18" y="29"/>
                    <a:pt x="29" y="19"/>
                    <a:pt x="42" y="11"/>
                  </a:cubicBezTo>
                  <a:cubicBezTo>
                    <a:pt x="54" y="4"/>
                    <a:pt x="69" y="0"/>
                    <a:pt x="84" y="0"/>
                  </a:cubicBezTo>
                  <a:cubicBezTo>
                    <a:pt x="98" y="0"/>
                    <a:pt x="113" y="4"/>
                    <a:pt x="126" y="11"/>
                  </a:cubicBezTo>
                  <a:cubicBezTo>
                    <a:pt x="138" y="19"/>
                    <a:pt x="149" y="29"/>
                    <a:pt x="156" y="42"/>
                  </a:cubicBezTo>
                  <a:cubicBezTo>
                    <a:pt x="164" y="54"/>
                    <a:pt x="167" y="69"/>
                    <a:pt x="167" y="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8"/>
            <p:cNvSpPr/>
            <p:nvPr/>
          </p:nvSpPr>
          <p:spPr>
            <a:xfrm>
              <a:off x="7909225" y="3274006"/>
              <a:ext cx="91601" cy="91601"/>
            </a:xfrm>
            <a:custGeom>
              <a:rect b="b" l="l" r="r" t="t"/>
              <a:pathLst>
                <a:path extrusionOk="0" h="117" w="117">
                  <a:moveTo>
                    <a:pt x="117" y="59"/>
                  </a:moveTo>
                  <a:cubicBezTo>
                    <a:pt x="117" y="91"/>
                    <a:pt x="91" y="117"/>
                    <a:pt x="59" y="117"/>
                  </a:cubicBezTo>
                  <a:cubicBezTo>
                    <a:pt x="26" y="117"/>
                    <a:pt x="0" y="92"/>
                    <a:pt x="0" y="59"/>
                  </a:cubicBezTo>
                  <a:cubicBezTo>
                    <a:pt x="0" y="27"/>
                    <a:pt x="26" y="0"/>
                    <a:pt x="59" y="0"/>
                  </a:cubicBezTo>
                  <a:cubicBezTo>
                    <a:pt x="91" y="0"/>
                    <a:pt x="117" y="26"/>
                    <a:pt x="117" y="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7784742" y="3191800"/>
              <a:ext cx="220782" cy="98647"/>
            </a:xfrm>
            <a:custGeom>
              <a:rect b="b" l="l" r="r" t="t"/>
              <a:pathLst>
                <a:path extrusionOk="0" h="126" w="282">
                  <a:moveTo>
                    <a:pt x="6" y="126"/>
                  </a:moveTo>
                  <a:cubicBezTo>
                    <a:pt x="4" y="126"/>
                    <a:pt x="2" y="125"/>
                    <a:pt x="1" y="123"/>
                  </a:cubicBezTo>
                  <a:cubicBezTo>
                    <a:pt x="-1" y="120"/>
                    <a:pt x="0" y="116"/>
                    <a:pt x="3" y="115"/>
                  </a:cubicBezTo>
                  <a:cubicBezTo>
                    <a:pt x="5" y="114"/>
                    <a:pt x="160" y="29"/>
                    <a:pt x="275" y="0"/>
                  </a:cubicBezTo>
                  <a:cubicBezTo>
                    <a:pt x="278" y="-1"/>
                    <a:pt x="281" y="1"/>
                    <a:pt x="282" y="4"/>
                  </a:cubicBezTo>
                  <a:cubicBezTo>
                    <a:pt x="283" y="7"/>
                    <a:pt x="281" y="10"/>
                    <a:pt x="278" y="11"/>
                  </a:cubicBezTo>
                  <a:cubicBezTo>
                    <a:pt x="164" y="40"/>
                    <a:pt x="10" y="124"/>
                    <a:pt x="9" y="125"/>
                  </a:cubicBezTo>
                  <a:cubicBezTo>
                    <a:pt x="8" y="125"/>
                    <a:pt x="7" y="126"/>
                    <a:pt x="6" y="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50" lIns="90000" spcFirstLastPara="1" rIns="90000" wrap="square" tIns="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8"/>
            <p:cNvSpPr/>
            <p:nvPr/>
          </p:nvSpPr>
          <p:spPr>
            <a:xfrm>
              <a:off x="7900613" y="3335856"/>
              <a:ext cx="202775" cy="159715"/>
            </a:xfrm>
            <a:custGeom>
              <a:rect b="b" l="l" r="r" t="t"/>
              <a:pathLst>
                <a:path extrusionOk="0" h="204" w="259">
                  <a:moveTo>
                    <a:pt x="6" y="204"/>
                  </a:moveTo>
                  <a:cubicBezTo>
                    <a:pt x="4" y="204"/>
                    <a:pt x="2" y="203"/>
                    <a:pt x="1" y="201"/>
                  </a:cubicBezTo>
                  <a:cubicBezTo>
                    <a:pt x="0" y="199"/>
                    <a:pt x="0" y="195"/>
                    <a:pt x="3" y="193"/>
                  </a:cubicBezTo>
                  <a:cubicBezTo>
                    <a:pt x="5" y="192"/>
                    <a:pt x="168" y="81"/>
                    <a:pt x="249" y="1"/>
                  </a:cubicBezTo>
                  <a:cubicBezTo>
                    <a:pt x="251" y="-1"/>
                    <a:pt x="254" y="-1"/>
                    <a:pt x="257" y="1"/>
                  </a:cubicBezTo>
                  <a:cubicBezTo>
                    <a:pt x="259" y="3"/>
                    <a:pt x="260" y="7"/>
                    <a:pt x="257" y="9"/>
                  </a:cubicBezTo>
                  <a:cubicBezTo>
                    <a:pt x="175" y="90"/>
                    <a:pt x="11" y="202"/>
                    <a:pt x="10" y="203"/>
                  </a:cubicBezTo>
                  <a:cubicBezTo>
                    <a:pt x="8" y="203"/>
                    <a:pt x="7" y="204"/>
                    <a:pt x="6" y="2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8425" lIns="90000" spcFirstLastPara="1" rIns="90000" wrap="square" tIns="28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" name="Google Shape;291;p28"/>
            <p:cNvGrpSpPr/>
            <p:nvPr/>
          </p:nvGrpSpPr>
          <p:grpSpPr>
            <a:xfrm>
              <a:off x="7269585" y="3310803"/>
              <a:ext cx="1234655" cy="929319"/>
              <a:chOff x="7269585" y="3310803"/>
              <a:chExt cx="1234655" cy="929319"/>
            </a:xfrm>
          </p:grpSpPr>
          <p:sp>
            <p:nvSpPr>
              <p:cNvPr id="292" name="Google Shape;292;p28"/>
              <p:cNvSpPr/>
              <p:nvPr/>
            </p:nvSpPr>
            <p:spPr>
              <a:xfrm>
                <a:off x="8060328" y="3548809"/>
                <a:ext cx="211387" cy="227045"/>
              </a:xfrm>
              <a:custGeom>
                <a:rect b="b" l="l" r="r" t="t"/>
                <a:pathLst>
                  <a:path extrusionOk="0" h="290" w="270">
                    <a:moveTo>
                      <a:pt x="107" y="3"/>
                    </a:moveTo>
                    <a:cubicBezTo>
                      <a:pt x="73" y="29"/>
                      <a:pt x="40" y="55"/>
                      <a:pt x="7" y="82"/>
                    </a:cubicBezTo>
                    <a:cubicBezTo>
                      <a:pt x="-3" y="91"/>
                      <a:pt x="-2" y="108"/>
                      <a:pt x="10" y="115"/>
                    </a:cubicBezTo>
                    <a:lnTo>
                      <a:pt x="11" y="115"/>
                    </a:lnTo>
                    <a:cubicBezTo>
                      <a:pt x="71" y="153"/>
                      <a:pt x="120" y="211"/>
                      <a:pt x="146" y="277"/>
                    </a:cubicBezTo>
                    <a:cubicBezTo>
                      <a:pt x="151" y="290"/>
                      <a:pt x="168" y="294"/>
                      <a:pt x="178" y="285"/>
                    </a:cubicBezTo>
                    <a:cubicBezTo>
                      <a:pt x="207" y="260"/>
                      <a:pt x="234" y="236"/>
                      <a:pt x="263" y="211"/>
                    </a:cubicBezTo>
                    <a:cubicBezTo>
                      <a:pt x="270" y="205"/>
                      <a:pt x="272" y="197"/>
                      <a:pt x="269" y="189"/>
                    </a:cubicBezTo>
                    <a:cubicBezTo>
                      <a:pt x="245" y="118"/>
                      <a:pt x="192" y="48"/>
                      <a:pt x="131" y="3"/>
                    </a:cubicBezTo>
                    <a:cubicBezTo>
                      <a:pt x="124" y="-2"/>
                      <a:pt x="115" y="-2"/>
                      <a:pt x="107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8"/>
              <p:cNvSpPr/>
              <p:nvPr/>
            </p:nvSpPr>
            <p:spPr>
              <a:xfrm>
                <a:off x="8217693" y="3776637"/>
                <a:ext cx="92384" cy="92384"/>
              </a:xfrm>
              <a:custGeom>
                <a:rect b="b" l="l" r="r" t="t"/>
                <a:pathLst>
                  <a:path extrusionOk="0" h="118" w="118">
                    <a:moveTo>
                      <a:pt x="118" y="59"/>
                    </a:moveTo>
                    <a:cubicBezTo>
                      <a:pt x="118" y="70"/>
                      <a:pt x="115" y="80"/>
                      <a:pt x="110" y="89"/>
                    </a:cubicBezTo>
                    <a:cubicBezTo>
                      <a:pt x="104" y="98"/>
                      <a:pt x="98" y="105"/>
                      <a:pt x="89" y="110"/>
                    </a:cubicBezTo>
                    <a:cubicBezTo>
                      <a:pt x="80" y="116"/>
                      <a:pt x="69" y="118"/>
                      <a:pt x="59" y="118"/>
                    </a:cubicBezTo>
                    <a:cubicBezTo>
                      <a:pt x="48" y="118"/>
                      <a:pt x="39" y="116"/>
                      <a:pt x="30" y="110"/>
                    </a:cubicBezTo>
                    <a:cubicBezTo>
                      <a:pt x="21" y="105"/>
                      <a:pt x="13" y="98"/>
                      <a:pt x="8" y="89"/>
                    </a:cubicBezTo>
                    <a:cubicBezTo>
                      <a:pt x="3" y="80"/>
                      <a:pt x="0" y="70"/>
                      <a:pt x="0" y="59"/>
                    </a:cubicBezTo>
                    <a:cubicBezTo>
                      <a:pt x="0" y="49"/>
                      <a:pt x="3" y="39"/>
                      <a:pt x="8" y="30"/>
                    </a:cubicBezTo>
                    <a:cubicBezTo>
                      <a:pt x="13" y="21"/>
                      <a:pt x="21" y="13"/>
                      <a:pt x="30" y="8"/>
                    </a:cubicBezTo>
                    <a:cubicBezTo>
                      <a:pt x="39" y="3"/>
                      <a:pt x="49" y="0"/>
                      <a:pt x="59" y="0"/>
                    </a:cubicBezTo>
                    <a:cubicBezTo>
                      <a:pt x="70" y="0"/>
                      <a:pt x="80" y="3"/>
                      <a:pt x="89" y="8"/>
                    </a:cubicBezTo>
                    <a:cubicBezTo>
                      <a:pt x="98" y="13"/>
                      <a:pt x="105" y="21"/>
                      <a:pt x="110" y="30"/>
                    </a:cubicBezTo>
                    <a:cubicBezTo>
                      <a:pt x="116" y="39"/>
                      <a:pt x="118" y="49"/>
                      <a:pt x="118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28"/>
              <p:cNvSpPr/>
              <p:nvPr/>
            </p:nvSpPr>
            <p:spPr>
              <a:xfrm>
                <a:off x="8245878" y="3310803"/>
                <a:ext cx="129964" cy="129964"/>
              </a:xfrm>
              <a:custGeom>
                <a:rect b="b" l="l" r="r" t="t"/>
                <a:pathLst>
                  <a:path extrusionOk="0" h="166" w="166">
                    <a:moveTo>
                      <a:pt x="110" y="60"/>
                    </a:moveTo>
                    <a:lnTo>
                      <a:pt x="162" y="76"/>
                    </a:lnTo>
                    <a:cubicBezTo>
                      <a:pt x="168" y="78"/>
                      <a:pt x="168" y="85"/>
                      <a:pt x="162" y="87"/>
                    </a:cubicBezTo>
                    <a:lnTo>
                      <a:pt x="110" y="102"/>
                    </a:lnTo>
                    <a:cubicBezTo>
                      <a:pt x="108" y="102"/>
                      <a:pt x="107" y="104"/>
                      <a:pt x="106" y="106"/>
                    </a:cubicBezTo>
                    <a:lnTo>
                      <a:pt x="89" y="161"/>
                    </a:lnTo>
                    <a:cubicBezTo>
                      <a:pt x="88" y="167"/>
                      <a:pt x="80" y="167"/>
                      <a:pt x="78" y="161"/>
                    </a:cubicBezTo>
                    <a:lnTo>
                      <a:pt x="61" y="111"/>
                    </a:lnTo>
                    <a:cubicBezTo>
                      <a:pt x="61" y="109"/>
                      <a:pt x="59" y="108"/>
                      <a:pt x="58" y="107"/>
                    </a:cubicBezTo>
                    <a:lnTo>
                      <a:pt x="4" y="88"/>
                    </a:lnTo>
                    <a:cubicBezTo>
                      <a:pt x="-1" y="86"/>
                      <a:pt x="-1" y="78"/>
                      <a:pt x="4" y="77"/>
                    </a:cubicBezTo>
                    <a:lnTo>
                      <a:pt x="59" y="61"/>
                    </a:lnTo>
                    <a:cubicBezTo>
                      <a:pt x="61" y="61"/>
                      <a:pt x="62" y="59"/>
                      <a:pt x="63" y="57"/>
                    </a:cubicBezTo>
                    <a:lnTo>
                      <a:pt x="79" y="3"/>
                    </a:lnTo>
                    <a:cubicBezTo>
                      <a:pt x="80" y="-2"/>
                      <a:pt x="88" y="-2"/>
                      <a:pt x="90" y="3"/>
                    </a:cubicBezTo>
                    <a:lnTo>
                      <a:pt x="106" y="56"/>
                    </a:lnTo>
                    <a:cubicBezTo>
                      <a:pt x="107" y="58"/>
                      <a:pt x="108" y="60"/>
                      <a:pt x="110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28"/>
              <p:cNvSpPr/>
              <p:nvPr/>
            </p:nvSpPr>
            <p:spPr>
              <a:xfrm>
                <a:off x="8374276" y="4110158"/>
                <a:ext cx="129964" cy="129964"/>
              </a:xfrm>
              <a:custGeom>
                <a:rect b="b" l="l" r="r" t="t"/>
                <a:pathLst>
                  <a:path extrusionOk="0" h="166" w="166">
                    <a:moveTo>
                      <a:pt x="110" y="61"/>
                    </a:moveTo>
                    <a:lnTo>
                      <a:pt x="162" y="77"/>
                    </a:lnTo>
                    <a:cubicBezTo>
                      <a:pt x="168" y="78"/>
                      <a:pt x="167" y="86"/>
                      <a:pt x="162" y="88"/>
                    </a:cubicBezTo>
                    <a:lnTo>
                      <a:pt x="110" y="103"/>
                    </a:lnTo>
                    <a:cubicBezTo>
                      <a:pt x="108" y="103"/>
                      <a:pt x="107" y="105"/>
                      <a:pt x="106" y="106"/>
                    </a:cubicBezTo>
                    <a:lnTo>
                      <a:pt x="89" y="162"/>
                    </a:lnTo>
                    <a:cubicBezTo>
                      <a:pt x="88" y="167"/>
                      <a:pt x="80" y="167"/>
                      <a:pt x="78" y="162"/>
                    </a:cubicBezTo>
                    <a:lnTo>
                      <a:pt x="61" y="111"/>
                    </a:lnTo>
                    <a:cubicBezTo>
                      <a:pt x="61" y="110"/>
                      <a:pt x="59" y="108"/>
                      <a:pt x="58" y="108"/>
                    </a:cubicBezTo>
                    <a:lnTo>
                      <a:pt x="4" y="88"/>
                    </a:lnTo>
                    <a:cubicBezTo>
                      <a:pt x="-1" y="86"/>
                      <a:pt x="-1" y="79"/>
                      <a:pt x="4" y="77"/>
                    </a:cubicBezTo>
                    <a:lnTo>
                      <a:pt x="59" y="62"/>
                    </a:lnTo>
                    <a:cubicBezTo>
                      <a:pt x="61" y="61"/>
                      <a:pt x="62" y="60"/>
                      <a:pt x="63" y="58"/>
                    </a:cubicBezTo>
                    <a:lnTo>
                      <a:pt x="79" y="4"/>
                    </a:lnTo>
                    <a:cubicBezTo>
                      <a:pt x="80" y="-2"/>
                      <a:pt x="88" y="-2"/>
                      <a:pt x="90" y="4"/>
                    </a:cubicBezTo>
                    <a:lnTo>
                      <a:pt x="106" y="57"/>
                    </a:lnTo>
                    <a:cubicBezTo>
                      <a:pt x="107" y="59"/>
                      <a:pt x="108" y="60"/>
                      <a:pt x="110" y="6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28"/>
              <p:cNvSpPr/>
              <p:nvPr/>
            </p:nvSpPr>
            <p:spPr>
              <a:xfrm>
                <a:off x="7269585" y="3822046"/>
                <a:ext cx="129964" cy="129181"/>
              </a:xfrm>
              <a:custGeom>
                <a:rect b="b" l="l" r="r" t="t"/>
                <a:pathLst>
                  <a:path extrusionOk="0" h="165" w="166">
                    <a:moveTo>
                      <a:pt x="110" y="60"/>
                    </a:moveTo>
                    <a:lnTo>
                      <a:pt x="162" y="76"/>
                    </a:lnTo>
                    <a:cubicBezTo>
                      <a:pt x="168" y="77"/>
                      <a:pt x="167" y="85"/>
                      <a:pt x="162" y="87"/>
                    </a:cubicBezTo>
                    <a:lnTo>
                      <a:pt x="110" y="102"/>
                    </a:lnTo>
                    <a:cubicBezTo>
                      <a:pt x="108" y="102"/>
                      <a:pt x="107" y="104"/>
                      <a:pt x="106" y="106"/>
                    </a:cubicBezTo>
                    <a:lnTo>
                      <a:pt x="89" y="161"/>
                    </a:lnTo>
                    <a:cubicBezTo>
                      <a:pt x="88" y="166"/>
                      <a:pt x="80" y="167"/>
                      <a:pt x="78" y="161"/>
                    </a:cubicBezTo>
                    <a:lnTo>
                      <a:pt x="61" y="111"/>
                    </a:lnTo>
                    <a:cubicBezTo>
                      <a:pt x="61" y="109"/>
                      <a:pt x="59" y="108"/>
                      <a:pt x="57" y="107"/>
                    </a:cubicBezTo>
                    <a:lnTo>
                      <a:pt x="4" y="88"/>
                    </a:lnTo>
                    <a:cubicBezTo>
                      <a:pt x="-1" y="86"/>
                      <a:pt x="-1" y="78"/>
                      <a:pt x="4" y="77"/>
                    </a:cubicBezTo>
                    <a:lnTo>
                      <a:pt x="59" y="61"/>
                    </a:lnTo>
                    <a:cubicBezTo>
                      <a:pt x="61" y="60"/>
                      <a:pt x="62" y="59"/>
                      <a:pt x="63" y="57"/>
                    </a:cubicBezTo>
                    <a:lnTo>
                      <a:pt x="78" y="3"/>
                    </a:lnTo>
                    <a:cubicBezTo>
                      <a:pt x="80" y="-2"/>
                      <a:pt x="88" y="-2"/>
                      <a:pt x="90" y="3"/>
                    </a:cubicBezTo>
                    <a:lnTo>
                      <a:pt x="106" y="56"/>
                    </a:lnTo>
                    <a:cubicBezTo>
                      <a:pt x="107" y="58"/>
                      <a:pt x="108" y="59"/>
                      <a:pt x="110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" name="Google Shape;297;p28"/>
            <p:cNvGrpSpPr/>
            <p:nvPr/>
          </p:nvGrpSpPr>
          <p:grpSpPr>
            <a:xfrm>
              <a:off x="7340830" y="3427457"/>
              <a:ext cx="1241702" cy="915227"/>
              <a:chOff x="7340830" y="3427457"/>
              <a:chExt cx="1241702" cy="915227"/>
            </a:xfrm>
          </p:grpSpPr>
          <p:sp>
            <p:nvSpPr>
              <p:cNvPr id="298" name="Google Shape;298;p28"/>
              <p:cNvSpPr/>
              <p:nvPr/>
            </p:nvSpPr>
            <p:spPr>
              <a:xfrm>
                <a:off x="8438475" y="3509663"/>
                <a:ext cx="144056" cy="143273"/>
              </a:xfrm>
              <a:custGeom>
                <a:rect b="b" l="l" r="r" t="t"/>
                <a:pathLst>
                  <a:path extrusionOk="0" h="183" w="184">
                    <a:moveTo>
                      <a:pt x="92" y="183"/>
                    </a:moveTo>
                    <a:cubicBezTo>
                      <a:pt x="41" y="183"/>
                      <a:pt x="0" y="143"/>
                      <a:pt x="0" y="92"/>
                    </a:cubicBezTo>
                    <a:cubicBezTo>
                      <a:pt x="0" y="42"/>
                      <a:pt x="41" y="0"/>
                      <a:pt x="92" y="0"/>
                    </a:cubicBezTo>
                    <a:cubicBezTo>
                      <a:pt x="142" y="0"/>
                      <a:pt x="184" y="42"/>
                      <a:pt x="184" y="92"/>
                    </a:cubicBezTo>
                    <a:cubicBezTo>
                      <a:pt x="184" y="143"/>
                      <a:pt x="142" y="183"/>
                      <a:pt x="92" y="183"/>
                    </a:cubicBezTo>
                    <a:moveTo>
                      <a:pt x="92" y="12"/>
                    </a:moveTo>
                    <a:cubicBezTo>
                      <a:pt x="48" y="12"/>
                      <a:pt x="12" y="48"/>
                      <a:pt x="12" y="92"/>
                    </a:cubicBezTo>
                    <a:cubicBezTo>
                      <a:pt x="12" y="136"/>
                      <a:pt x="48" y="172"/>
                      <a:pt x="92" y="172"/>
                    </a:cubicBezTo>
                    <a:cubicBezTo>
                      <a:pt x="136" y="172"/>
                      <a:pt x="172" y="136"/>
                      <a:pt x="172" y="92"/>
                    </a:cubicBezTo>
                    <a:cubicBezTo>
                      <a:pt x="172" y="48"/>
                      <a:pt x="136" y="12"/>
                      <a:pt x="92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28"/>
              <p:cNvSpPr/>
              <p:nvPr/>
            </p:nvSpPr>
            <p:spPr>
              <a:xfrm>
                <a:off x="7441826" y="4199410"/>
                <a:ext cx="143273" cy="143273"/>
              </a:xfrm>
              <a:custGeom>
                <a:rect b="b" l="l" r="r" t="t"/>
                <a:pathLst>
                  <a:path extrusionOk="0" h="183" w="183">
                    <a:moveTo>
                      <a:pt x="91" y="183"/>
                    </a:moveTo>
                    <a:cubicBezTo>
                      <a:pt x="41" y="183"/>
                      <a:pt x="0" y="143"/>
                      <a:pt x="0" y="92"/>
                    </a:cubicBezTo>
                    <a:cubicBezTo>
                      <a:pt x="0" y="42"/>
                      <a:pt x="40" y="0"/>
                      <a:pt x="91" y="0"/>
                    </a:cubicBezTo>
                    <a:cubicBezTo>
                      <a:pt x="141" y="0"/>
                      <a:pt x="183" y="42"/>
                      <a:pt x="183" y="92"/>
                    </a:cubicBezTo>
                    <a:cubicBezTo>
                      <a:pt x="183" y="143"/>
                      <a:pt x="142" y="183"/>
                      <a:pt x="91" y="183"/>
                    </a:cubicBezTo>
                    <a:moveTo>
                      <a:pt x="91" y="12"/>
                    </a:moveTo>
                    <a:cubicBezTo>
                      <a:pt x="47" y="12"/>
                      <a:pt x="11" y="48"/>
                      <a:pt x="11" y="92"/>
                    </a:cubicBezTo>
                    <a:cubicBezTo>
                      <a:pt x="11" y="136"/>
                      <a:pt x="46" y="172"/>
                      <a:pt x="91" y="172"/>
                    </a:cubicBezTo>
                    <a:cubicBezTo>
                      <a:pt x="135" y="172"/>
                      <a:pt x="172" y="136"/>
                      <a:pt x="172" y="92"/>
                    </a:cubicBezTo>
                    <a:cubicBezTo>
                      <a:pt x="172" y="48"/>
                      <a:pt x="136" y="12"/>
                      <a:pt x="91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28"/>
              <p:cNvSpPr/>
              <p:nvPr/>
            </p:nvSpPr>
            <p:spPr>
              <a:xfrm>
                <a:off x="7340830" y="3427457"/>
                <a:ext cx="143273" cy="143273"/>
              </a:xfrm>
              <a:custGeom>
                <a:rect b="b" l="l" r="r" t="t"/>
                <a:pathLst>
                  <a:path extrusionOk="0" h="183" w="183">
                    <a:moveTo>
                      <a:pt x="92" y="183"/>
                    </a:moveTo>
                    <a:cubicBezTo>
                      <a:pt x="41" y="183"/>
                      <a:pt x="0" y="142"/>
                      <a:pt x="0" y="91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2" y="0"/>
                      <a:pt x="183" y="41"/>
                      <a:pt x="183" y="91"/>
                    </a:cubicBezTo>
                    <a:cubicBezTo>
                      <a:pt x="183" y="142"/>
                      <a:pt x="142" y="183"/>
                      <a:pt x="92" y="183"/>
                    </a:cubicBezTo>
                    <a:moveTo>
                      <a:pt x="92" y="11"/>
                    </a:moveTo>
                    <a:cubicBezTo>
                      <a:pt x="47" y="11"/>
                      <a:pt x="11" y="47"/>
                      <a:pt x="11" y="91"/>
                    </a:cubicBezTo>
                    <a:cubicBezTo>
                      <a:pt x="11" y="136"/>
                      <a:pt x="47" y="172"/>
                      <a:pt x="92" y="172"/>
                    </a:cubicBezTo>
                    <a:cubicBezTo>
                      <a:pt x="136" y="172"/>
                      <a:pt x="172" y="136"/>
                      <a:pt x="172" y="91"/>
                    </a:cubicBezTo>
                    <a:cubicBezTo>
                      <a:pt x="172" y="47"/>
                      <a:pt x="136" y="11"/>
                      <a:pt x="92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1" name="Google Shape;301;p28"/>
          <p:cNvGrpSpPr/>
          <p:nvPr/>
        </p:nvGrpSpPr>
        <p:grpSpPr>
          <a:xfrm rot="-1634096">
            <a:off x="-541789" y="3456482"/>
            <a:ext cx="1212816" cy="1211527"/>
            <a:chOff x="-3939259" y="873775"/>
            <a:chExt cx="1742100" cy="1740250"/>
          </a:xfrm>
        </p:grpSpPr>
        <p:sp>
          <p:nvSpPr>
            <p:cNvPr id="302" name="Google Shape;302;p28"/>
            <p:cNvSpPr/>
            <p:nvPr/>
          </p:nvSpPr>
          <p:spPr>
            <a:xfrm>
              <a:off x="-3939259" y="873775"/>
              <a:ext cx="1742100" cy="1740250"/>
            </a:xfrm>
            <a:custGeom>
              <a:rect b="b" l="l" r="r" t="t"/>
              <a:pathLst>
                <a:path extrusionOk="0" h="1895" w="1897">
                  <a:moveTo>
                    <a:pt x="948" y="1895"/>
                  </a:moveTo>
                  <a:cubicBezTo>
                    <a:pt x="899" y="1895"/>
                    <a:pt x="850" y="1891"/>
                    <a:pt x="802" y="1883"/>
                  </a:cubicBezTo>
                  <a:cubicBezTo>
                    <a:pt x="702" y="1868"/>
                    <a:pt x="606" y="1837"/>
                    <a:pt x="517" y="1791"/>
                  </a:cubicBezTo>
                  <a:cubicBezTo>
                    <a:pt x="364" y="1713"/>
                    <a:pt x="235" y="1595"/>
                    <a:pt x="143" y="1449"/>
                  </a:cubicBezTo>
                  <a:cubicBezTo>
                    <a:pt x="50" y="1299"/>
                    <a:pt x="0" y="1126"/>
                    <a:pt x="0" y="948"/>
                  </a:cubicBezTo>
                  <a:cubicBezTo>
                    <a:pt x="0" y="826"/>
                    <a:pt x="23" y="708"/>
                    <a:pt x="68" y="596"/>
                  </a:cubicBezTo>
                  <a:cubicBezTo>
                    <a:pt x="153" y="381"/>
                    <a:pt x="315" y="205"/>
                    <a:pt x="522" y="101"/>
                  </a:cubicBezTo>
                  <a:cubicBezTo>
                    <a:pt x="655" y="34"/>
                    <a:pt x="798" y="0"/>
                    <a:pt x="949" y="0"/>
                  </a:cubicBezTo>
                  <a:cubicBezTo>
                    <a:pt x="1112" y="0"/>
                    <a:pt x="1273" y="42"/>
                    <a:pt x="1415" y="122"/>
                  </a:cubicBezTo>
                  <a:cubicBezTo>
                    <a:pt x="1552" y="199"/>
                    <a:pt x="1668" y="311"/>
                    <a:pt x="1752" y="444"/>
                  </a:cubicBezTo>
                  <a:cubicBezTo>
                    <a:pt x="1810" y="537"/>
                    <a:pt x="1852" y="638"/>
                    <a:pt x="1875" y="744"/>
                  </a:cubicBezTo>
                  <a:cubicBezTo>
                    <a:pt x="1875" y="746"/>
                    <a:pt x="1876" y="748"/>
                    <a:pt x="1876" y="749"/>
                  </a:cubicBezTo>
                  <a:cubicBezTo>
                    <a:pt x="1882" y="775"/>
                    <a:pt x="1886" y="802"/>
                    <a:pt x="1890" y="829"/>
                  </a:cubicBezTo>
                  <a:cubicBezTo>
                    <a:pt x="1891" y="843"/>
                    <a:pt x="1893" y="857"/>
                    <a:pt x="1894" y="871"/>
                  </a:cubicBezTo>
                  <a:cubicBezTo>
                    <a:pt x="1896" y="896"/>
                    <a:pt x="1897" y="922"/>
                    <a:pt x="1897" y="948"/>
                  </a:cubicBezTo>
                  <a:cubicBezTo>
                    <a:pt x="1897" y="1123"/>
                    <a:pt x="1849" y="1294"/>
                    <a:pt x="1758" y="1443"/>
                  </a:cubicBezTo>
                  <a:lnTo>
                    <a:pt x="1756" y="1446"/>
                  </a:lnTo>
                  <a:cubicBezTo>
                    <a:pt x="1740" y="1471"/>
                    <a:pt x="1723" y="1497"/>
                    <a:pt x="1705" y="1521"/>
                  </a:cubicBezTo>
                  <a:cubicBezTo>
                    <a:pt x="1618" y="1635"/>
                    <a:pt x="1505" y="1729"/>
                    <a:pt x="1378" y="1793"/>
                  </a:cubicBezTo>
                  <a:cubicBezTo>
                    <a:pt x="1243" y="1860"/>
                    <a:pt x="1099" y="1895"/>
                    <a:pt x="948" y="189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-3821711" y="906835"/>
              <a:ext cx="1561187" cy="1673211"/>
            </a:xfrm>
            <a:custGeom>
              <a:rect b="b" l="l" r="r" t="t"/>
              <a:pathLst>
                <a:path extrusionOk="0" h="1822" w="1700">
                  <a:moveTo>
                    <a:pt x="1392" y="857"/>
                  </a:moveTo>
                  <a:cubicBezTo>
                    <a:pt x="1392" y="943"/>
                    <a:pt x="1720" y="1079"/>
                    <a:pt x="1699" y="1157"/>
                  </a:cubicBezTo>
                  <a:cubicBezTo>
                    <a:pt x="1691" y="1183"/>
                    <a:pt x="1683" y="1209"/>
                    <a:pt x="1673" y="1234"/>
                  </a:cubicBezTo>
                  <a:cubicBezTo>
                    <a:pt x="1543" y="1578"/>
                    <a:pt x="1210" y="1822"/>
                    <a:pt x="820" y="1822"/>
                  </a:cubicBezTo>
                  <a:cubicBezTo>
                    <a:pt x="674" y="1822"/>
                    <a:pt x="536" y="1788"/>
                    <a:pt x="414" y="1728"/>
                  </a:cubicBezTo>
                  <a:cubicBezTo>
                    <a:pt x="114" y="1578"/>
                    <a:pt x="154" y="1184"/>
                    <a:pt x="154" y="827"/>
                  </a:cubicBezTo>
                  <a:cubicBezTo>
                    <a:pt x="154" y="673"/>
                    <a:pt x="-53" y="613"/>
                    <a:pt x="14" y="486"/>
                  </a:cubicBezTo>
                  <a:cubicBezTo>
                    <a:pt x="167" y="197"/>
                    <a:pt x="471" y="0"/>
                    <a:pt x="820" y="0"/>
                  </a:cubicBezTo>
                  <a:cubicBezTo>
                    <a:pt x="967" y="0"/>
                    <a:pt x="1105" y="34"/>
                    <a:pt x="1228" y="96"/>
                  </a:cubicBezTo>
                  <a:cubicBezTo>
                    <a:pt x="1245" y="104"/>
                    <a:pt x="1261" y="113"/>
                    <a:pt x="1278" y="123"/>
                  </a:cubicBezTo>
                  <a:cubicBezTo>
                    <a:pt x="1550" y="281"/>
                    <a:pt x="1392" y="521"/>
                    <a:pt x="1392" y="8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-3905281" y="1353147"/>
              <a:ext cx="727329" cy="1140575"/>
            </a:xfrm>
            <a:custGeom>
              <a:rect b="b" l="l" r="r" t="t"/>
              <a:pathLst>
                <a:path extrusionOk="0" h="1242" w="792">
                  <a:moveTo>
                    <a:pt x="710" y="1095"/>
                  </a:moveTo>
                  <a:cubicBezTo>
                    <a:pt x="658" y="1163"/>
                    <a:pt x="586" y="1214"/>
                    <a:pt x="505" y="1242"/>
                  </a:cubicBezTo>
                  <a:cubicBezTo>
                    <a:pt x="205" y="1093"/>
                    <a:pt x="0" y="783"/>
                    <a:pt x="0" y="426"/>
                  </a:cubicBezTo>
                  <a:cubicBezTo>
                    <a:pt x="0" y="272"/>
                    <a:pt x="38" y="127"/>
                    <a:pt x="105" y="0"/>
                  </a:cubicBezTo>
                  <a:cubicBezTo>
                    <a:pt x="170" y="4"/>
                    <a:pt x="233" y="21"/>
                    <a:pt x="284" y="61"/>
                  </a:cubicBezTo>
                  <a:cubicBezTo>
                    <a:pt x="342" y="108"/>
                    <a:pt x="376" y="182"/>
                    <a:pt x="387" y="257"/>
                  </a:cubicBezTo>
                  <a:cubicBezTo>
                    <a:pt x="399" y="331"/>
                    <a:pt x="391" y="407"/>
                    <a:pt x="381" y="482"/>
                  </a:cubicBezTo>
                  <a:cubicBezTo>
                    <a:pt x="474" y="472"/>
                    <a:pt x="571" y="499"/>
                    <a:pt x="646" y="556"/>
                  </a:cubicBezTo>
                  <a:cubicBezTo>
                    <a:pt x="721" y="614"/>
                    <a:pt x="773" y="700"/>
                    <a:pt x="788" y="793"/>
                  </a:cubicBezTo>
                  <a:cubicBezTo>
                    <a:pt x="805" y="898"/>
                    <a:pt x="775" y="1010"/>
                    <a:pt x="710" y="1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8"/>
            <p:cNvSpPr/>
            <p:nvPr/>
          </p:nvSpPr>
          <p:spPr>
            <a:xfrm>
              <a:off x="-2783982" y="994996"/>
              <a:ext cx="552844" cy="1006498"/>
            </a:xfrm>
            <a:custGeom>
              <a:rect b="b" l="l" r="r" t="t"/>
              <a:pathLst>
                <a:path extrusionOk="0" h="1096" w="602">
                  <a:moveTo>
                    <a:pt x="602" y="816"/>
                  </a:moveTo>
                  <a:cubicBezTo>
                    <a:pt x="602" y="901"/>
                    <a:pt x="590" y="983"/>
                    <a:pt x="569" y="1061"/>
                  </a:cubicBezTo>
                  <a:cubicBezTo>
                    <a:pt x="559" y="1067"/>
                    <a:pt x="549" y="1071"/>
                    <a:pt x="538" y="1075"/>
                  </a:cubicBezTo>
                  <a:cubicBezTo>
                    <a:pt x="483" y="1097"/>
                    <a:pt x="422" y="1100"/>
                    <a:pt x="363" y="1093"/>
                  </a:cubicBezTo>
                  <a:cubicBezTo>
                    <a:pt x="266" y="1082"/>
                    <a:pt x="170" y="1041"/>
                    <a:pt x="101" y="972"/>
                  </a:cubicBezTo>
                  <a:cubicBezTo>
                    <a:pt x="31" y="902"/>
                    <a:pt x="-9" y="802"/>
                    <a:pt x="2" y="704"/>
                  </a:cubicBezTo>
                  <a:cubicBezTo>
                    <a:pt x="12" y="607"/>
                    <a:pt x="78" y="515"/>
                    <a:pt x="171" y="482"/>
                  </a:cubicBezTo>
                  <a:cubicBezTo>
                    <a:pt x="118" y="413"/>
                    <a:pt x="93" y="327"/>
                    <a:pt x="79" y="242"/>
                  </a:cubicBezTo>
                  <a:cubicBezTo>
                    <a:pt x="68" y="168"/>
                    <a:pt x="63" y="89"/>
                    <a:pt x="90" y="18"/>
                  </a:cubicBezTo>
                  <a:cubicBezTo>
                    <a:pt x="92" y="12"/>
                    <a:pt x="95" y="6"/>
                    <a:pt x="98" y="0"/>
                  </a:cubicBezTo>
                  <a:cubicBezTo>
                    <a:pt x="115" y="8"/>
                    <a:pt x="131" y="17"/>
                    <a:pt x="148" y="27"/>
                  </a:cubicBezTo>
                  <a:cubicBezTo>
                    <a:pt x="420" y="185"/>
                    <a:pt x="602" y="479"/>
                    <a:pt x="602" y="8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6" name="Google Shape;306;p28"/>
            <p:cNvGrpSpPr/>
            <p:nvPr/>
          </p:nvGrpSpPr>
          <p:grpSpPr>
            <a:xfrm>
              <a:off x="-3825385" y="1275089"/>
              <a:ext cx="1535473" cy="738343"/>
              <a:chOff x="-3825385" y="1275089"/>
              <a:chExt cx="1535473" cy="738343"/>
            </a:xfrm>
          </p:grpSpPr>
          <p:sp>
            <p:nvSpPr>
              <p:cNvPr id="307" name="Google Shape;307;p28"/>
              <p:cNvSpPr/>
              <p:nvPr/>
            </p:nvSpPr>
            <p:spPr>
              <a:xfrm>
                <a:off x="-3683960" y="1275089"/>
                <a:ext cx="359073" cy="358152"/>
              </a:xfrm>
              <a:custGeom>
                <a:rect b="b" l="l" r="r" t="t"/>
                <a:pathLst>
                  <a:path extrusionOk="0" h="390" w="391">
                    <a:moveTo>
                      <a:pt x="391" y="195"/>
                    </a:moveTo>
                    <a:cubicBezTo>
                      <a:pt x="391" y="229"/>
                      <a:pt x="381" y="262"/>
                      <a:pt x="364" y="292"/>
                    </a:cubicBezTo>
                    <a:cubicBezTo>
                      <a:pt x="347" y="321"/>
                      <a:pt x="323" y="347"/>
                      <a:pt x="293" y="364"/>
                    </a:cubicBezTo>
                    <a:cubicBezTo>
                      <a:pt x="263" y="381"/>
                      <a:pt x="229" y="390"/>
                      <a:pt x="195" y="390"/>
                    </a:cubicBezTo>
                    <a:cubicBezTo>
                      <a:pt x="160" y="390"/>
                      <a:pt x="128" y="381"/>
                      <a:pt x="98" y="364"/>
                    </a:cubicBezTo>
                    <a:cubicBezTo>
                      <a:pt x="68" y="347"/>
                      <a:pt x="43" y="321"/>
                      <a:pt x="26" y="292"/>
                    </a:cubicBezTo>
                    <a:cubicBezTo>
                      <a:pt x="8" y="262"/>
                      <a:pt x="0" y="229"/>
                      <a:pt x="0" y="195"/>
                    </a:cubicBezTo>
                    <a:cubicBezTo>
                      <a:pt x="0" y="161"/>
                      <a:pt x="9" y="127"/>
                      <a:pt x="26" y="97"/>
                    </a:cubicBezTo>
                    <a:cubicBezTo>
                      <a:pt x="44" y="68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5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8"/>
                      <a:pt x="364" y="97"/>
                    </a:cubicBezTo>
                    <a:cubicBezTo>
                      <a:pt x="381" y="127"/>
                      <a:pt x="391" y="161"/>
                      <a:pt x="391" y="1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8"/>
              <p:cNvSpPr/>
              <p:nvPr/>
            </p:nvSpPr>
            <p:spPr>
              <a:xfrm>
                <a:off x="-3825385" y="1679157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6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8"/>
              <p:cNvSpPr/>
              <p:nvPr/>
            </p:nvSpPr>
            <p:spPr>
              <a:xfrm>
                <a:off x="-2851939" y="1282435"/>
                <a:ext cx="358155" cy="358152"/>
              </a:xfrm>
              <a:custGeom>
                <a:rect b="b" l="l" r="r" t="t"/>
                <a:pathLst>
                  <a:path extrusionOk="0" h="390" w="390">
                    <a:moveTo>
                      <a:pt x="390" y="195"/>
                    </a:moveTo>
                    <a:cubicBezTo>
                      <a:pt x="390" y="229"/>
                      <a:pt x="381" y="262"/>
                      <a:pt x="364" y="292"/>
                    </a:cubicBezTo>
                    <a:cubicBezTo>
                      <a:pt x="347" y="321"/>
                      <a:pt x="323" y="346"/>
                      <a:pt x="293" y="364"/>
                    </a:cubicBezTo>
                    <a:cubicBezTo>
                      <a:pt x="263" y="381"/>
                      <a:pt x="229" y="390"/>
                      <a:pt x="195" y="390"/>
                    </a:cubicBezTo>
                    <a:cubicBezTo>
                      <a:pt x="160" y="390"/>
                      <a:pt x="128" y="381"/>
                      <a:pt x="98" y="364"/>
                    </a:cubicBezTo>
                    <a:cubicBezTo>
                      <a:pt x="68" y="346"/>
                      <a:pt x="43" y="321"/>
                      <a:pt x="26" y="292"/>
                    </a:cubicBezTo>
                    <a:cubicBezTo>
                      <a:pt x="8" y="262"/>
                      <a:pt x="0" y="229"/>
                      <a:pt x="0" y="195"/>
                    </a:cubicBezTo>
                    <a:cubicBezTo>
                      <a:pt x="0" y="160"/>
                      <a:pt x="9" y="127"/>
                      <a:pt x="26" y="97"/>
                    </a:cubicBezTo>
                    <a:cubicBezTo>
                      <a:pt x="44" y="67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5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7"/>
                      <a:pt x="364" y="97"/>
                    </a:cubicBezTo>
                    <a:cubicBezTo>
                      <a:pt x="381" y="127"/>
                      <a:pt x="390" y="160"/>
                      <a:pt x="390" y="1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8"/>
              <p:cNvSpPr/>
              <p:nvPr/>
            </p:nvSpPr>
            <p:spPr>
              <a:xfrm>
                <a:off x="-2946529" y="1689259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7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1" name="Google Shape;311;p28"/>
            <p:cNvGrpSpPr/>
            <p:nvPr/>
          </p:nvGrpSpPr>
          <p:grpSpPr>
            <a:xfrm>
              <a:off x="-3392844" y="1499163"/>
              <a:ext cx="656617" cy="728242"/>
              <a:chOff x="-3392844" y="1499163"/>
              <a:chExt cx="656617" cy="728242"/>
            </a:xfrm>
          </p:grpSpPr>
          <p:sp>
            <p:nvSpPr>
              <p:cNvPr id="312" name="Google Shape;312;p28"/>
              <p:cNvSpPr/>
              <p:nvPr/>
            </p:nvSpPr>
            <p:spPr>
              <a:xfrm>
                <a:off x="-3251419" y="1499163"/>
                <a:ext cx="359073" cy="358152"/>
              </a:xfrm>
              <a:custGeom>
                <a:rect b="b" l="l" r="r" t="t"/>
                <a:pathLst>
                  <a:path extrusionOk="0" h="390" w="391">
                    <a:moveTo>
                      <a:pt x="391" y="195"/>
                    </a:moveTo>
                    <a:cubicBezTo>
                      <a:pt x="391" y="229"/>
                      <a:pt x="381" y="262"/>
                      <a:pt x="364" y="292"/>
                    </a:cubicBezTo>
                    <a:cubicBezTo>
                      <a:pt x="346" y="321"/>
                      <a:pt x="323" y="347"/>
                      <a:pt x="293" y="364"/>
                    </a:cubicBezTo>
                    <a:cubicBezTo>
                      <a:pt x="263" y="381"/>
                      <a:pt x="230" y="390"/>
                      <a:pt x="196" y="390"/>
                    </a:cubicBezTo>
                    <a:cubicBezTo>
                      <a:pt x="161" y="390"/>
                      <a:pt x="128" y="381"/>
                      <a:pt x="98" y="364"/>
                    </a:cubicBezTo>
                    <a:cubicBezTo>
                      <a:pt x="68" y="347"/>
                      <a:pt x="44" y="321"/>
                      <a:pt x="27" y="292"/>
                    </a:cubicBezTo>
                    <a:cubicBezTo>
                      <a:pt x="9" y="262"/>
                      <a:pt x="0" y="229"/>
                      <a:pt x="0" y="195"/>
                    </a:cubicBezTo>
                    <a:cubicBezTo>
                      <a:pt x="0" y="160"/>
                      <a:pt x="9" y="127"/>
                      <a:pt x="27" y="97"/>
                    </a:cubicBezTo>
                    <a:cubicBezTo>
                      <a:pt x="44" y="68"/>
                      <a:pt x="68" y="43"/>
                      <a:pt x="98" y="26"/>
                    </a:cubicBezTo>
                    <a:cubicBezTo>
                      <a:pt x="128" y="9"/>
                      <a:pt x="161" y="0"/>
                      <a:pt x="196" y="0"/>
                    </a:cubicBezTo>
                    <a:cubicBezTo>
                      <a:pt x="230" y="0"/>
                      <a:pt x="263" y="9"/>
                      <a:pt x="293" y="26"/>
                    </a:cubicBezTo>
                    <a:cubicBezTo>
                      <a:pt x="323" y="43"/>
                      <a:pt x="347" y="68"/>
                      <a:pt x="364" y="97"/>
                    </a:cubicBezTo>
                    <a:cubicBezTo>
                      <a:pt x="382" y="127"/>
                      <a:pt x="391" y="160"/>
                      <a:pt x="391" y="1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8"/>
              <p:cNvSpPr/>
              <p:nvPr/>
            </p:nvSpPr>
            <p:spPr>
              <a:xfrm>
                <a:off x="-3392844" y="1903232"/>
                <a:ext cx="656617" cy="324173"/>
              </a:xfrm>
              <a:custGeom>
                <a:rect b="b" l="l" r="r" t="t"/>
                <a:pathLst>
                  <a:path extrusionOk="0" h="353" w="715">
                    <a:moveTo>
                      <a:pt x="715" y="353"/>
                    </a:moveTo>
                    <a:lnTo>
                      <a:pt x="0" y="353"/>
                    </a:lnTo>
                    <a:cubicBezTo>
                      <a:pt x="35" y="226"/>
                      <a:pt x="130" y="-6"/>
                      <a:pt x="364" y="1"/>
                    </a:cubicBezTo>
                    <a:cubicBezTo>
                      <a:pt x="601" y="8"/>
                      <a:pt x="687" y="235"/>
                      <a:pt x="715" y="3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" name="Google Shape;314;p28"/>
            <p:cNvSpPr/>
            <p:nvPr/>
          </p:nvSpPr>
          <p:spPr>
            <a:xfrm>
              <a:off x="-3353356" y="1963842"/>
              <a:ext cx="594169" cy="541819"/>
            </a:xfrm>
            <a:custGeom>
              <a:rect b="b" l="l" r="r" t="t"/>
              <a:pathLst>
                <a:path extrusionOk="0" h="590" w="647">
                  <a:moveTo>
                    <a:pt x="324" y="590"/>
                  </a:moveTo>
                  <a:cubicBezTo>
                    <a:pt x="334" y="580"/>
                    <a:pt x="752" y="159"/>
                    <a:pt x="623" y="36"/>
                  </a:cubicBezTo>
                  <a:cubicBezTo>
                    <a:pt x="509" y="-73"/>
                    <a:pt x="360" y="99"/>
                    <a:pt x="324" y="145"/>
                  </a:cubicBezTo>
                  <a:cubicBezTo>
                    <a:pt x="288" y="99"/>
                    <a:pt x="139" y="-73"/>
                    <a:pt x="25" y="36"/>
                  </a:cubicBezTo>
                  <a:cubicBezTo>
                    <a:pt x="-104" y="159"/>
                    <a:pt x="314" y="580"/>
                    <a:pt x="324" y="5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" name="Google Shape;315;p28"/>
            <p:cNvGrpSpPr/>
            <p:nvPr/>
          </p:nvGrpSpPr>
          <p:grpSpPr>
            <a:xfrm>
              <a:off x="-2878571" y="2007922"/>
              <a:ext cx="101018" cy="232339"/>
              <a:chOff x="-2878571" y="2007922"/>
              <a:chExt cx="101018" cy="232339"/>
            </a:xfrm>
          </p:grpSpPr>
          <p:sp>
            <p:nvSpPr>
              <p:cNvPr id="316" name="Google Shape;316;p28"/>
              <p:cNvSpPr/>
              <p:nvPr/>
            </p:nvSpPr>
            <p:spPr>
              <a:xfrm>
                <a:off x="-2817042" y="2007922"/>
                <a:ext cx="39489" cy="86324"/>
              </a:xfrm>
              <a:custGeom>
                <a:rect b="b" l="l" r="r" t="t"/>
                <a:pathLst>
                  <a:path extrusionOk="0" h="94" w="43">
                    <a:moveTo>
                      <a:pt x="3" y="27"/>
                    </a:moveTo>
                    <a:cubicBezTo>
                      <a:pt x="4" y="28"/>
                      <a:pt x="4" y="29"/>
                      <a:pt x="4" y="30"/>
                    </a:cubicBezTo>
                    <a:cubicBezTo>
                      <a:pt x="4" y="29"/>
                      <a:pt x="3" y="27"/>
                      <a:pt x="3" y="26"/>
                    </a:cubicBezTo>
                    <a:cubicBezTo>
                      <a:pt x="5" y="32"/>
                      <a:pt x="7" y="39"/>
                      <a:pt x="8" y="46"/>
                    </a:cubicBezTo>
                    <a:cubicBezTo>
                      <a:pt x="8" y="44"/>
                      <a:pt x="8" y="43"/>
                      <a:pt x="7" y="41"/>
                    </a:cubicBezTo>
                    <a:cubicBezTo>
                      <a:pt x="8" y="49"/>
                      <a:pt x="8" y="56"/>
                      <a:pt x="7" y="63"/>
                    </a:cubicBezTo>
                    <a:cubicBezTo>
                      <a:pt x="8" y="62"/>
                      <a:pt x="8" y="60"/>
                      <a:pt x="8" y="58"/>
                    </a:cubicBezTo>
                    <a:cubicBezTo>
                      <a:pt x="7" y="63"/>
                      <a:pt x="6" y="68"/>
                      <a:pt x="5" y="72"/>
                    </a:cubicBezTo>
                    <a:cubicBezTo>
                      <a:pt x="2" y="81"/>
                      <a:pt x="8" y="92"/>
                      <a:pt x="17" y="94"/>
                    </a:cubicBezTo>
                    <a:cubicBezTo>
                      <a:pt x="27" y="96"/>
                      <a:pt x="36" y="91"/>
                      <a:pt x="39" y="81"/>
                    </a:cubicBezTo>
                    <a:cubicBezTo>
                      <a:pt x="47" y="58"/>
                      <a:pt x="44" y="32"/>
                      <a:pt x="34" y="10"/>
                    </a:cubicBezTo>
                    <a:cubicBezTo>
                      <a:pt x="32" y="6"/>
                      <a:pt x="27" y="3"/>
                      <a:pt x="23" y="1"/>
                    </a:cubicBezTo>
                    <a:cubicBezTo>
                      <a:pt x="19" y="0"/>
                      <a:pt x="12" y="0"/>
                      <a:pt x="9" y="3"/>
                    </a:cubicBezTo>
                    <a:cubicBezTo>
                      <a:pt x="5" y="5"/>
                      <a:pt x="2" y="9"/>
                      <a:pt x="1" y="14"/>
                    </a:cubicBezTo>
                    <a:cubicBezTo>
                      <a:pt x="0" y="19"/>
                      <a:pt x="1" y="23"/>
                      <a:pt x="3" y="2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28"/>
              <p:cNvSpPr/>
              <p:nvPr/>
            </p:nvSpPr>
            <p:spPr>
              <a:xfrm>
                <a:off x="-2878571" y="2111694"/>
                <a:ext cx="83569" cy="128567"/>
              </a:xfrm>
              <a:custGeom>
                <a:rect b="b" l="l" r="r" t="t"/>
                <a:pathLst>
                  <a:path extrusionOk="0" h="140" w="91">
                    <a:moveTo>
                      <a:pt x="57" y="14"/>
                    </a:moveTo>
                    <a:cubicBezTo>
                      <a:pt x="55" y="18"/>
                      <a:pt x="53" y="23"/>
                      <a:pt x="51" y="27"/>
                    </a:cubicBezTo>
                    <a:cubicBezTo>
                      <a:pt x="52" y="24"/>
                      <a:pt x="51" y="27"/>
                      <a:pt x="51" y="28"/>
                    </a:cubicBezTo>
                    <a:cubicBezTo>
                      <a:pt x="50" y="29"/>
                      <a:pt x="50" y="30"/>
                      <a:pt x="49" y="31"/>
                    </a:cubicBezTo>
                    <a:cubicBezTo>
                      <a:pt x="49" y="33"/>
                      <a:pt x="47" y="35"/>
                      <a:pt x="47" y="37"/>
                    </a:cubicBezTo>
                    <a:cubicBezTo>
                      <a:pt x="42" y="46"/>
                      <a:pt x="38" y="55"/>
                      <a:pt x="34" y="64"/>
                    </a:cubicBezTo>
                    <a:cubicBezTo>
                      <a:pt x="24" y="81"/>
                      <a:pt x="14" y="98"/>
                      <a:pt x="3" y="114"/>
                    </a:cubicBezTo>
                    <a:cubicBezTo>
                      <a:pt x="-2" y="121"/>
                      <a:pt x="1" y="134"/>
                      <a:pt x="9" y="138"/>
                    </a:cubicBezTo>
                    <a:cubicBezTo>
                      <a:pt x="18" y="143"/>
                      <a:pt x="28" y="140"/>
                      <a:pt x="34" y="132"/>
                    </a:cubicBezTo>
                    <a:cubicBezTo>
                      <a:pt x="57" y="98"/>
                      <a:pt x="76" y="61"/>
                      <a:pt x="91" y="23"/>
                    </a:cubicBezTo>
                    <a:cubicBezTo>
                      <a:pt x="94" y="14"/>
                      <a:pt x="87" y="3"/>
                      <a:pt x="78" y="1"/>
                    </a:cubicBezTo>
                    <a:cubicBezTo>
                      <a:pt x="68" y="-1"/>
                      <a:pt x="60" y="4"/>
                      <a:pt x="57" y="1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5400" lIns="90000" spcFirstLastPara="1" rIns="90000" wrap="square" tIns="5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28"/>
            <p:cNvGrpSpPr/>
            <p:nvPr/>
          </p:nvGrpSpPr>
          <p:grpSpPr>
            <a:xfrm>
              <a:off x="-3513148" y="992241"/>
              <a:ext cx="973445" cy="345295"/>
              <a:chOff x="-3513148" y="992241"/>
              <a:chExt cx="973445" cy="345295"/>
            </a:xfrm>
          </p:grpSpPr>
          <p:sp>
            <p:nvSpPr>
              <p:cNvPr id="319" name="Google Shape;319;p28"/>
              <p:cNvSpPr/>
              <p:nvPr/>
            </p:nvSpPr>
            <p:spPr>
              <a:xfrm>
                <a:off x="-3513148" y="1078564"/>
                <a:ext cx="135915" cy="169892"/>
              </a:xfrm>
              <a:custGeom>
                <a:rect b="b" l="l" r="r" t="t"/>
                <a:pathLst>
                  <a:path extrusionOk="0" h="185" w="148">
                    <a:moveTo>
                      <a:pt x="85" y="185"/>
                    </a:moveTo>
                    <a:lnTo>
                      <a:pt x="0" y="36"/>
                    </a:lnTo>
                    <a:lnTo>
                      <a:pt x="63" y="0"/>
                    </a:lnTo>
                    <a:lnTo>
                      <a:pt x="76" y="21"/>
                    </a:lnTo>
                    <a:lnTo>
                      <a:pt x="35" y="44"/>
                    </a:lnTo>
                    <a:lnTo>
                      <a:pt x="58" y="83"/>
                    </a:lnTo>
                    <a:lnTo>
                      <a:pt x="90" y="65"/>
                    </a:lnTo>
                    <a:lnTo>
                      <a:pt x="102" y="86"/>
                    </a:lnTo>
                    <a:lnTo>
                      <a:pt x="70" y="104"/>
                    </a:lnTo>
                    <a:lnTo>
                      <a:pt x="96" y="150"/>
                    </a:lnTo>
                    <a:lnTo>
                      <a:pt x="136" y="127"/>
                    </a:lnTo>
                    <a:lnTo>
                      <a:pt x="148" y="148"/>
                    </a:lnTo>
                    <a:lnTo>
                      <a:pt x="85" y="1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8"/>
              <p:cNvSpPr/>
              <p:nvPr/>
            </p:nvSpPr>
            <p:spPr>
              <a:xfrm>
                <a:off x="-3402946" y="1018872"/>
                <a:ext cx="148772" cy="182749"/>
              </a:xfrm>
              <a:custGeom>
                <a:rect b="b" l="l" r="r" t="t"/>
                <a:pathLst>
                  <a:path extrusionOk="0" h="199" w="162">
                    <a:moveTo>
                      <a:pt x="56" y="199"/>
                    </a:moveTo>
                    <a:lnTo>
                      <a:pt x="0" y="37"/>
                    </a:lnTo>
                    <a:lnTo>
                      <a:pt x="36" y="25"/>
                    </a:lnTo>
                    <a:lnTo>
                      <a:pt x="94" y="136"/>
                    </a:lnTo>
                    <a:lnTo>
                      <a:pt x="70" y="13"/>
                    </a:lnTo>
                    <a:lnTo>
                      <a:pt x="105" y="0"/>
                    </a:lnTo>
                    <a:lnTo>
                      <a:pt x="162" y="162"/>
                    </a:lnTo>
                    <a:lnTo>
                      <a:pt x="138" y="171"/>
                    </a:lnTo>
                    <a:lnTo>
                      <a:pt x="95" y="48"/>
                    </a:lnTo>
                    <a:lnTo>
                      <a:pt x="119" y="177"/>
                    </a:lnTo>
                    <a:lnTo>
                      <a:pt x="98" y="184"/>
                    </a:lnTo>
                    <a:lnTo>
                      <a:pt x="36" y="69"/>
                    </a:lnTo>
                    <a:lnTo>
                      <a:pt x="79" y="191"/>
                    </a:lnTo>
                    <a:lnTo>
                      <a:pt x="56" y="1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6625" lIns="90000" spcFirstLastPara="1" rIns="90000" wrap="square" tIns="266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28"/>
              <p:cNvSpPr/>
              <p:nvPr/>
            </p:nvSpPr>
            <p:spPr>
              <a:xfrm>
                <a:off x="-3244073" y="999587"/>
                <a:ext cx="80814" cy="161627"/>
              </a:xfrm>
              <a:custGeom>
                <a:rect b="b" l="l" r="r" t="t"/>
                <a:pathLst>
                  <a:path extrusionOk="0" h="176" w="88">
                    <a:moveTo>
                      <a:pt x="25" y="176"/>
                    </a:moveTo>
                    <a:lnTo>
                      <a:pt x="0" y="7"/>
                    </a:lnTo>
                    <a:lnTo>
                      <a:pt x="39" y="1"/>
                    </a:lnTo>
                    <a:cubicBezTo>
                      <a:pt x="66" y="-3"/>
                      <a:pt x="81" y="9"/>
                      <a:pt x="85" y="37"/>
                    </a:cubicBezTo>
                    <a:lnTo>
                      <a:pt x="88" y="54"/>
                    </a:lnTo>
                    <a:cubicBezTo>
                      <a:pt x="92" y="82"/>
                      <a:pt x="80" y="98"/>
                      <a:pt x="54" y="102"/>
                    </a:cubicBezTo>
                    <a:lnTo>
                      <a:pt x="41" y="103"/>
                    </a:lnTo>
                    <a:lnTo>
                      <a:pt x="51" y="172"/>
                    </a:lnTo>
                    <a:lnTo>
                      <a:pt x="25" y="176"/>
                    </a:lnTo>
                    <a:moveTo>
                      <a:pt x="38" y="79"/>
                    </a:moveTo>
                    <a:lnTo>
                      <a:pt x="51" y="77"/>
                    </a:lnTo>
                    <a:cubicBezTo>
                      <a:pt x="59" y="76"/>
                      <a:pt x="63" y="71"/>
                      <a:pt x="61" y="59"/>
                    </a:cubicBezTo>
                    <a:lnTo>
                      <a:pt x="58" y="39"/>
                    </a:lnTo>
                    <a:cubicBezTo>
                      <a:pt x="57" y="28"/>
                      <a:pt x="52" y="24"/>
                      <a:pt x="43" y="25"/>
                    </a:cubicBezTo>
                    <a:lnTo>
                      <a:pt x="30" y="27"/>
                    </a:lnTo>
                    <a:lnTo>
                      <a:pt x="38" y="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8"/>
              <p:cNvSpPr/>
              <p:nvPr/>
            </p:nvSpPr>
            <p:spPr>
              <a:xfrm>
                <a:off x="-3132953" y="992241"/>
                <a:ext cx="84488" cy="157954"/>
              </a:xfrm>
              <a:custGeom>
                <a:rect b="b" l="l" r="r" t="t"/>
                <a:pathLst>
                  <a:path extrusionOk="0" h="172" w="92">
                    <a:moveTo>
                      <a:pt x="65" y="172"/>
                    </a:moveTo>
                    <a:lnTo>
                      <a:pt x="61" y="138"/>
                    </a:lnTo>
                    <a:lnTo>
                      <a:pt x="30" y="138"/>
                    </a:lnTo>
                    <a:lnTo>
                      <a:pt x="25" y="172"/>
                    </a:lnTo>
                    <a:lnTo>
                      <a:pt x="0" y="171"/>
                    </a:lnTo>
                    <a:lnTo>
                      <a:pt x="29" y="0"/>
                    </a:lnTo>
                    <a:lnTo>
                      <a:pt x="66" y="1"/>
                    </a:lnTo>
                    <a:lnTo>
                      <a:pt x="92" y="172"/>
                    </a:lnTo>
                    <a:lnTo>
                      <a:pt x="65" y="172"/>
                    </a:lnTo>
                    <a:moveTo>
                      <a:pt x="33" y="115"/>
                    </a:moveTo>
                    <a:lnTo>
                      <a:pt x="58" y="115"/>
                    </a:lnTo>
                    <a:lnTo>
                      <a:pt x="46" y="29"/>
                    </a:lnTo>
                    <a:lnTo>
                      <a:pt x="33" y="1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6900" lIns="90000" spcFirstLastPara="1" rIns="90000" wrap="square" tIns="16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28"/>
              <p:cNvSpPr/>
              <p:nvPr/>
            </p:nvSpPr>
            <p:spPr>
              <a:xfrm>
                <a:off x="-3015405" y="995914"/>
                <a:ext cx="78978" cy="163464"/>
              </a:xfrm>
              <a:custGeom>
                <a:rect b="b" l="l" r="r" t="t"/>
                <a:pathLst>
                  <a:path extrusionOk="0" h="178" w="86">
                    <a:moveTo>
                      <a:pt x="5" y="174"/>
                    </a:moveTo>
                    <a:lnTo>
                      <a:pt x="28" y="29"/>
                    </a:lnTo>
                    <a:lnTo>
                      <a:pt x="0" y="25"/>
                    </a:lnTo>
                    <a:lnTo>
                      <a:pt x="3" y="0"/>
                    </a:lnTo>
                    <a:lnTo>
                      <a:pt x="86" y="13"/>
                    </a:lnTo>
                    <a:lnTo>
                      <a:pt x="82" y="37"/>
                    </a:lnTo>
                    <a:lnTo>
                      <a:pt x="54" y="33"/>
                    </a:lnTo>
                    <a:lnTo>
                      <a:pt x="31" y="178"/>
                    </a:lnTo>
                    <a:lnTo>
                      <a:pt x="5" y="1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9075" lIns="90000" spcFirstLastPara="1" rIns="90000" wrap="square" tIns="190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8"/>
              <p:cNvSpPr/>
              <p:nvPr/>
            </p:nvSpPr>
            <p:spPr>
              <a:xfrm>
                <a:off x="-2933672" y="1020709"/>
                <a:ext cx="121222" cy="173566"/>
              </a:xfrm>
              <a:custGeom>
                <a:rect b="b" l="l" r="r" t="t"/>
                <a:pathLst>
                  <a:path extrusionOk="0" h="189" w="132">
                    <a:moveTo>
                      <a:pt x="0" y="163"/>
                    </a:moveTo>
                    <a:lnTo>
                      <a:pt x="54" y="0"/>
                    </a:lnTo>
                    <a:lnTo>
                      <a:pt x="79" y="8"/>
                    </a:lnTo>
                    <a:lnTo>
                      <a:pt x="58" y="75"/>
                    </a:lnTo>
                    <a:lnTo>
                      <a:pt x="85" y="84"/>
                    </a:lnTo>
                    <a:lnTo>
                      <a:pt x="107" y="17"/>
                    </a:lnTo>
                    <a:lnTo>
                      <a:pt x="132" y="26"/>
                    </a:lnTo>
                    <a:lnTo>
                      <a:pt x="79" y="189"/>
                    </a:lnTo>
                    <a:lnTo>
                      <a:pt x="53" y="180"/>
                    </a:lnTo>
                    <a:lnTo>
                      <a:pt x="77" y="107"/>
                    </a:lnTo>
                    <a:lnTo>
                      <a:pt x="50" y="98"/>
                    </a:lnTo>
                    <a:lnTo>
                      <a:pt x="26" y="171"/>
                    </a:lnTo>
                    <a:lnTo>
                      <a:pt x="0" y="1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3025" lIns="90000" spcFirstLastPara="1" rIns="90000" wrap="square" tIns="23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8"/>
              <p:cNvSpPr/>
              <p:nvPr/>
            </p:nvSpPr>
            <p:spPr>
              <a:xfrm>
                <a:off x="-2828981" y="1067544"/>
                <a:ext cx="90916" cy="152444"/>
              </a:xfrm>
              <a:custGeom>
                <a:rect b="b" l="l" r="r" t="t"/>
                <a:pathLst>
                  <a:path extrusionOk="0" h="166" w="99">
                    <a:moveTo>
                      <a:pt x="0" y="154"/>
                    </a:moveTo>
                    <a:lnTo>
                      <a:pt x="75" y="0"/>
                    </a:lnTo>
                    <a:lnTo>
                      <a:pt x="99" y="12"/>
                    </a:lnTo>
                    <a:lnTo>
                      <a:pt x="24" y="166"/>
                    </a:lnTo>
                    <a:lnTo>
                      <a:pt x="0" y="1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8"/>
              <p:cNvSpPr/>
              <p:nvPr/>
            </p:nvSpPr>
            <p:spPr>
              <a:xfrm>
                <a:off x="-2779390" y="1103359"/>
                <a:ext cx="146935" cy="169892"/>
              </a:xfrm>
              <a:custGeom>
                <a:rect b="b" l="l" r="r" t="t"/>
                <a:pathLst>
                  <a:path extrusionOk="0" h="185" w="160">
                    <a:moveTo>
                      <a:pt x="0" y="142"/>
                    </a:moveTo>
                    <a:lnTo>
                      <a:pt x="13" y="122"/>
                    </a:lnTo>
                    <a:lnTo>
                      <a:pt x="122" y="47"/>
                    </a:lnTo>
                    <a:lnTo>
                      <a:pt x="83" y="21"/>
                    </a:lnTo>
                    <a:lnTo>
                      <a:pt x="96" y="0"/>
                    </a:lnTo>
                    <a:lnTo>
                      <a:pt x="160" y="42"/>
                    </a:lnTo>
                    <a:lnTo>
                      <a:pt x="147" y="62"/>
                    </a:lnTo>
                    <a:lnTo>
                      <a:pt x="37" y="138"/>
                    </a:lnTo>
                    <a:lnTo>
                      <a:pt x="79" y="165"/>
                    </a:lnTo>
                    <a:lnTo>
                      <a:pt x="66" y="185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1600" lIns="90000" spcFirstLastPara="1" rIns="90000" wrap="square" tIns="21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28"/>
              <p:cNvSpPr/>
              <p:nvPr/>
            </p:nvSpPr>
            <p:spPr>
              <a:xfrm>
                <a:off x="-2695821" y="1175908"/>
                <a:ext cx="156119" cy="161627"/>
              </a:xfrm>
              <a:custGeom>
                <a:rect b="b" l="l" r="r" t="t"/>
                <a:pathLst>
                  <a:path extrusionOk="0" h="176" w="170">
                    <a:moveTo>
                      <a:pt x="0" y="127"/>
                    </a:moveTo>
                    <a:lnTo>
                      <a:pt x="116" y="0"/>
                    </a:lnTo>
                    <a:lnTo>
                      <a:pt x="170" y="49"/>
                    </a:lnTo>
                    <a:lnTo>
                      <a:pt x="153" y="67"/>
                    </a:lnTo>
                    <a:lnTo>
                      <a:pt x="119" y="36"/>
                    </a:lnTo>
                    <a:lnTo>
                      <a:pt x="89" y="70"/>
                    </a:lnTo>
                    <a:lnTo>
                      <a:pt x="116" y="94"/>
                    </a:lnTo>
                    <a:lnTo>
                      <a:pt x="99" y="112"/>
                    </a:lnTo>
                    <a:lnTo>
                      <a:pt x="72" y="88"/>
                    </a:lnTo>
                    <a:lnTo>
                      <a:pt x="37" y="127"/>
                    </a:lnTo>
                    <a:lnTo>
                      <a:pt x="71" y="158"/>
                    </a:lnTo>
                    <a:lnTo>
                      <a:pt x="55" y="176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8" name="Google Shape;328;p28"/>
            <p:cNvGrpSpPr/>
            <p:nvPr/>
          </p:nvGrpSpPr>
          <p:grpSpPr>
            <a:xfrm>
              <a:off x="-3852017" y="1248457"/>
              <a:ext cx="1551084" cy="996396"/>
              <a:chOff x="-3852017" y="1248457"/>
              <a:chExt cx="1551084" cy="996396"/>
            </a:xfrm>
          </p:grpSpPr>
          <p:sp>
            <p:nvSpPr>
              <p:cNvPr id="329" name="Google Shape;329;p28"/>
              <p:cNvSpPr/>
              <p:nvPr/>
            </p:nvSpPr>
            <p:spPr>
              <a:xfrm>
                <a:off x="-3148565" y="1248457"/>
                <a:ext cx="145099" cy="145097"/>
              </a:xfrm>
              <a:custGeom>
                <a:rect b="b" l="l" r="r" t="t"/>
                <a:pathLst>
                  <a:path extrusionOk="0" h="158" w="158">
                    <a:moveTo>
                      <a:pt x="105" y="58"/>
                    </a:moveTo>
                    <a:lnTo>
                      <a:pt x="155" y="73"/>
                    </a:lnTo>
                    <a:cubicBezTo>
                      <a:pt x="160" y="75"/>
                      <a:pt x="160" y="82"/>
                      <a:pt x="155" y="84"/>
                    </a:cubicBezTo>
                    <a:lnTo>
                      <a:pt x="105" y="98"/>
                    </a:lnTo>
                    <a:cubicBezTo>
                      <a:pt x="103" y="98"/>
                      <a:pt x="102" y="100"/>
                      <a:pt x="101" y="102"/>
                    </a:cubicBezTo>
                    <a:lnTo>
                      <a:pt x="85" y="155"/>
                    </a:lnTo>
                    <a:cubicBezTo>
                      <a:pt x="84" y="160"/>
                      <a:pt x="76" y="160"/>
                      <a:pt x="75" y="155"/>
                    </a:cubicBezTo>
                    <a:lnTo>
                      <a:pt x="58" y="106"/>
                    </a:lnTo>
                    <a:cubicBezTo>
                      <a:pt x="58" y="105"/>
                      <a:pt x="57" y="104"/>
                      <a:pt x="55" y="103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4" y="74"/>
                    </a:cubicBezTo>
                    <a:lnTo>
                      <a:pt x="56" y="59"/>
                    </a:lnTo>
                    <a:cubicBezTo>
                      <a:pt x="58" y="59"/>
                      <a:pt x="60" y="57"/>
                      <a:pt x="60" y="55"/>
                    </a:cubicBezTo>
                    <a:lnTo>
                      <a:pt x="75" y="4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4"/>
                    </a:lnTo>
                    <a:cubicBezTo>
                      <a:pt x="102" y="56"/>
                      <a:pt x="103" y="57"/>
                      <a:pt x="105" y="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28"/>
              <p:cNvSpPr/>
              <p:nvPr/>
            </p:nvSpPr>
            <p:spPr>
              <a:xfrm>
                <a:off x="-2446031" y="1512020"/>
                <a:ext cx="145099" cy="145097"/>
              </a:xfrm>
              <a:custGeom>
                <a:rect b="b" l="l" r="r" t="t"/>
                <a:pathLst>
                  <a:path extrusionOk="0" h="158" w="158">
                    <a:moveTo>
                      <a:pt x="105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6" y="98"/>
                    </a:lnTo>
                    <a:cubicBezTo>
                      <a:pt x="104" y="99"/>
                      <a:pt x="102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0"/>
                      <a:pt x="75" y="155"/>
                    </a:cubicBezTo>
                    <a:lnTo>
                      <a:pt x="59" y="107"/>
                    </a:lnTo>
                    <a:cubicBezTo>
                      <a:pt x="58" y="105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5" y="75"/>
                    </a:cubicBezTo>
                    <a:lnTo>
                      <a:pt x="57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2" y="57"/>
                      <a:pt x="104" y="58"/>
                      <a:pt x="105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8"/>
              <p:cNvSpPr/>
              <p:nvPr/>
            </p:nvSpPr>
            <p:spPr>
              <a:xfrm>
                <a:off x="-3852017" y="1512020"/>
                <a:ext cx="146017" cy="145097"/>
              </a:xfrm>
              <a:custGeom>
                <a:rect b="b" l="l" r="r" t="t"/>
                <a:pathLst>
                  <a:path extrusionOk="0" h="158" w="159">
                    <a:moveTo>
                      <a:pt x="106" y="59"/>
                    </a:moveTo>
                    <a:lnTo>
                      <a:pt x="155" y="74"/>
                    </a:lnTo>
                    <a:cubicBezTo>
                      <a:pt x="161" y="75"/>
                      <a:pt x="161" y="83"/>
                      <a:pt x="155" y="84"/>
                    </a:cubicBezTo>
                    <a:lnTo>
                      <a:pt x="106" y="98"/>
                    </a:lnTo>
                    <a:cubicBezTo>
                      <a:pt x="104" y="99"/>
                      <a:pt x="103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0"/>
                      <a:pt x="75" y="155"/>
                    </a:cubicBezTo>
                    <a:lnTo>
                      <a:pt x="59" y="107"/>
                    </a:lnTo>
                    <a:cubicBezTo>
                      <a:pt x="58" y="105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0" y="76"/>
                      <a:pt x="5" y="75"/>
                    </a:cubicBezTo>
                    <a:lnTo>
                      <a:pt x="57" y="60"/>
                    </a:lnTo>
                    <a:cubicBezTo>
                      <a:pt x="59" y="59"/>
                      <a:pt x="60" y="58"/>
                      <a:pt x="61" y="56"/>
                    </a:cubicBezTo>
                    <a:lnTo>
                      <a:pt x="76" y="5"/>
                    </a:lnTo>
                    <a:cubicBezTo>
                      <a:pt x="77" y="-1"/>
                      <a:pt x="85" y="-1"/>
                      <a:pt x="86" y="4"/>
                    </a:cubicBezTo>
                    <a:lnTo>
                      <a:pt x="102" y="55"/>
                    </a:lnTo>
                    <a:cubicBezTo>
                      <a:pt x="103" y="57"/>
                      <a:pt x="104" y="58"/>
                      <a:pt x="106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8"/>
              <p:cNvSpPr/>
              <p:nvPr/>
            </p:nvSpPr>
            <p:spPr>
              <a:xfrm>
                <a:off x="-2619598" y="2098838"/>
                <a:ext cx="145099" cy="146016"/>
              </a:xfrm>
              <a:custGeom>
                <a:rect b="b" l="l" r="r" t="t"/>
                <a:pathLst>
                  <a:path extrusionOk="0" h="159" w="158">
                    <a:moveTo>
                      <a:pt x="105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5" y="99"/>
                    </a:lnTo>
                    <a:cubicBezTo>
                      <a:pt x="103" y="99"/>
                      <a:pt x="102" y="100"/>
                      <a:pt x="101" y="102"/>
                    </a:cubicBezTo>
                    <a:lnTo>
                      <a:pt x="85" y="155"/>
                    </a:lnTo>
                    <a:cubicBezTo>
                      <a:pt x="84" y="160"/>
                      <a:pt x="76" y="161"/>
                      <a:pt x="75" y="155"/>
                    </a:cubicBezTo>
                    <a:lnTo>
                      <a:pt x="58" y="107"/>
                    </a:lnTo>
                    <a:cubicBezTo>
                      <a:pt x="58" y="106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4" y="75"/>
                    </a:cubicBezTo>
                    <a:lnTo>
                      <a:pt x="56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2" y="57"/>
                      <a:pt x="103" y="58"/>
                      <a:pt x="105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8"/>
              <p:cNvSpPr/>
              <p:nvPr/>
            </p:nvSpPr>
            <p:spPr>
              <a:xfrm>
                <a:off x="-3643552" y="2098838"/>
                <a:ext cx="145099" cy="146016"/>
              </a:xfrm>
              <a:custGeom>
                <a:rect b="b" l="l" r="r" t="t"/>
                <a:pathLst>
                  <a:path extrusionOk="0" h="159" w="158">
                    <a:moveTo>
                      <a:pt x="106" y="59"/>
                    </a:moveTo>
                    <a:lnTo>
                      <a:pt x="155" y="74"/>
                    </a:lnTo>
                    <a:cubicBezTo>
                      <a:pt x="160" y="75"/>
                      <a:pt x="160" y="83"/>
                      <a:pt x="155" y="84"/>
                    </a:cubicBezTo>
                    <a:lnTo>
                      <a:pt x="106" y="99"/>
                    </a:lnTo>
                    <a:cubicBezTo>
                      <a:pt x="104" y="99"/>
                      <a:pt x="103" y="100"/>
                      <a:pt x="102" y="102"/>
                    </a:cubicBezTo>
                    <a:lnTo>
                      <a:pt x="86" y="155"/>
                    </a:lnTo>
                    <a:cubicBezTo>
                      <a:pt x="84" y="160"/>
                      <a:pt x="77" y="161"/>
                      <a:pt x="75" y="155"/>
                    </a:cubicBezTo>
                    <a:lnTo>
                      <a:pt x="59" y="107"/>
                    </a:lnTo>
                    <a:cubicBezTo>
                      <a:pt x="58" y="106"/>
                      <a:pt x="57" y="104"/>
                      <a:pt x="55" y="104"/>
                    </a:cubicBezTo>
                    <a:lnTo>
                      <a:pt x="4" y="85"/>
                    </a:lnTo>
                    <a:cubicBezTo>
                      <a:pt x="-1" y="83"/>
                      <a:pt x="-1" y="76"/>
                      <a:pt x="5" y="75"/>
                    </a:cubicBezTo>
                    <a:lnTo>
                      <a:pt x="57" y="60"/>
                    </a:lnTo>
                    <a:cubicBezTo>
                      <a:pt x="58" y="59"/>
                      <a:pt x="60" y="58"/>
                      <a:pt x="60" y="56"/>
                    </a:cubicBezTo>
                    <a:lnTo>
                      <a:pt x="75" y="5"/>
                    </a:lnTo>
                    <a:cubicBezTo>
                      <a:pt x="77" y="-1"/>
                      <a:pt x="84" y="-1"/>
                      <a:pt x="86" y="4"/>
                    </a:cubicBezTo>
                    <a:lnTo>
                      <a:pt x="102" y="55"/>
                    </a:lnTo>
                    <a:cubicBezTo>
                      <a:pt x="103" y="57"/>
                      <a:pt x="104" y="58"/>
                      <a:pt x="106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4" name="Google Shape;334;p28"/>
          <p:cNvSpPr/>
          <p:nvPr/>
        </p:nvSpPr>
        <p:spPr>
          <a:xfrm rot="10351975">
            <a:off x="1116639" y="71501"/>
            <a:ext cx="373971" cy="373971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335" name="Google Shape;335;p28"/>
          <p:cNvSpPr/>
          <p:nvPr/>
        </p:nvSpPr>
        <p:spPr>
          <a:xfrm rot="207445">
            <a:off x="7018415" y="4668268"/>
            <a:ext cx="288525" cy="288525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294000" y="291350"/>
            <a:ext cx="8556000" cy="4545600"/>
          </a:xfrm>
          <a:prstGeom prst="roundRect">
            <a:avLst>
              <a:gd fmla="val 4315" name="adj"/>
            </a:avLst>
          </a:prstGeom>
          <a:solidFill>
            <a:schemeClr val="accent6"/>
          </a:solidFill>
          <a:ln>
            <a:noFill/>
          </a:ln>
          <a:effectLst>
            <a:outerShdw blurRad="8572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grpSp>
        <p:nvGrpSpPr>
          <p:cNvPr id="338" name="Google Shape;338;p29"/>
          <p:cNvGrpSpPr/>
          <p:nvPr/>
        </p:nvGrpSpPr>
        <p:grpSpPr>
          <a:xfrm rot="-2048927">
            <a:off x="8417293" y="3632935"/>
            <a:ext cx="1210479" cy="1209206"/>
            <a:chOff x="8972371" y="6979"/>
            <a:chExt cx="2687876" cy="2685048"/>
          </a:xfrm>
        </p:grpSpPr>
        <p:sp>
          <p:nvSpPr>
            <p:cNvPr id="339" name="Google Shape;339;p29"/>
            <p:cNvSpPr/>
            <p:nvPr/>
          </p:nvSpPr>
          <p:spPr>
            <a:xfrm>
              <a:off x="8972371" y="6979"/>
              <a:ext cx="2687876" cy="2685048"/>
            </a:xfrm>
            <a:custGeom>
              <a:rect b="b" l="l" r="r" t="t"/>
              <a:pathLst>
                <a:path extrusionOk="0" h="1899" w="1901">
                  <a:moveTo>
                    <a:pt x="951" y="1899"/>
                  </a:moveTo>
                  <a:cubicBezTo>
                    <a:pt x="901" y="1899"/>
                    <a:pt x="852" y="1896"/>
                    <a:pt x="803" y="1888"/>
                  </a:cubicBezTo>
                  <a:cubicBezTo>
                    <a:pt x="704" y="1873"/>
                    <a:pt x="608" y="1841"/>
                    <a:pt x="518" y="1795"/>
                  </a:cubicBezTo>
                  <a:cubicBezTo>
                    <a:pt x="364" y="1717"/>
                    <a:pt x="235" y="1598"/>
                    <a:pt x="144" y="1453"/>
                  </a:cubicBezTo>
                  <a:cubicBezTo>
                    <a:pt x="50" y="1302"/>
                    <a:pt x="0" y="1128"/>
                    <a:pt x="0" y="950"/>
                  </a:cubicBezTo>
                  <a:cubicBezTo>
                    <a:pt x="0" y="828"/>
                    <a:pt x="23" y="710"/>
                    <a:pt x="68" y="598"/>
                  </a:cubicBezTo>
                  <a:cubicBezTo>
                    <a:pt x="154" y="382"/>
                    <a:pt x="316" y="206"/>
                    <a:pt x="523" y="101"/>
                  </a:cubicBezTo>
                  <a:cubicBezTo>
                    <a:pt x="657" y="34"/>
                    <a:pt x="800" y="0"/>
                    <a:pt x="951" y="0"/>
                  </a:cubicBezTo>
                  <a:cubicBezTo>
                    <a:pt x="1114" y="0"/>
                    <a:pt x="1276" y="42"/>
                    <a:pt x="1418" y="122"/>
                  </a:cubicBezTo>
                  <a:cubicBezTo>
                    <a:pt x="1555" y="200"/>
                    <a:pt x="1672" y="312"/>
                    <a:pt x="1756" y="445"/>
                  </a:cubicBezTo>
                  <a:cubicBezTo>
                    <a:pt x="1814" y="538"/>
                    <a:pt x="1856" y="640"/>
                    <a:pt x="1879" y="746"/>
                  </a:cubicBezTo>
                  <a:cubicBezTo>
                    <a:pt x="1880" y="748"/>
                    <a:pt x="1880" y="750"/>
                    <a:pt x="1880" y="751"/>
                  </a:cubicBezTo>
                  <a:cubicBezTo>
                    <a:pt x="1886" y="777"/>
                    <a:pt x="1891" y="804"/>
                    <a:pt x="1894" y="831"/>
                  </a:cubicBezTo>
                  <a:cubicBezTo>
                    <a:pt x="1896" y="845"/>
                    <a:pt x="1897" y="859"/>
                    <a:pt x="1898" y="873"/>
                  </a:cubicBezTo>
                  <a:cubicBezTo>
                    <a:pt x="1900" y="898"/>
                    <a:pt x="1901" y="924"/>
                    <a:pt x="1901" y="950"/>
                  </a:cubicBezTo>
                  <a:cubicBezTo>
                    <a:pt x="1901" y="1126"/>
                    <a:pt x="1853" y="1297"/>
                    <a:pt x="1762" y="1446"/>
                  </a:cubicBezTo>
                  <a:lnTo>
                    <a:pt x="1760" y="1449"/>
                  </a:lnTo>
                  <a:cubicBezTo>
                    <a:pt x="1744" y="1475"/>
                    <a:pt x="1727" y="1500"/>
                    <a:pt x="1709" y="1524"/>
                  </a:cubicBezTo>
                  <a:cubicBezTo>
                    <a:pt x="1622" y="1637"/>
                    <a:pt x="1508" y="1732"/>
                    <a:pt x="1381" y="1797"/>
                  </a:cubicBezTo>
                  <a:cubicBezTo>
                    <a:pt x="1246" y="1865"/>
                    <a:pt x="1102" y="1899"/>
                    <a:pt x="951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9174562" y="57881"/>
              <a:ext cx="2262284" cy="2542242"/>
            </a:xfrm>
            <a:custGeom>
              <a:rect b="b" l="l" r="r" t="t"/>
              <a:pathLst>
                <a:path extrusionOk="0" h="1798" w="1600">
                  <a:moveTo>
                    <a:pt x="1302" y="863"/>
                  </a:moveTo>
                  <a:cubicBezTo>
                    <a:pt x="1302" y="1038"/>
                    <a:pt x="1672" y="1253"/>
                    <a:pt x="1587" y="1391"/>
                  </a:cubicBezTo>
                  <a:cubicBezTo>
                    <a:pt x="1466" y="1588"/>
                    <a:pt x="1271" y="1736"/>
                    <a:pt x="1042" y="1797"/>
                  </a:cubicBezTo>
                  <a:cubicBezTo>
                    <a:pt x="1029" y="1800"/>
                    <a:pt x="824" y="1717"/>
                    <a:pt x="818" y="1717"/>
                  </a:cubicBezTo>
                  <a:cubicBezTo>
                    <a:pt x="767" y="1717"/>
                    <a:pt x="583" y="1799"/>
                    <a:pt x="551" y="1790"/>
                  </a:cubicBezTo>
                  <a:cubicBezTo>
                    <a:pt x="445" y="1759"/>
                    <a:pt x="348" y="1710"/>
                    <a:pt x="262" y="1646"/>
                  </a:cubicBezTo>
                  <a:cubicBezTo>
                    <a:pt x="38" y="1480"/>
                    <a:pt x="216" y="1171"/>
                    <a:pt x="216" y="871"/>
                  </a:cubicBezTo>
                  <a:cubicBezTo>
                    <a:pt x="216" y="707"/>
                    <a:pt x="-63" y="596"/>
                    <a:pt x="13" y="463"/>
                  </a:cubicBezTo>
                  <a:cubicBezTo>
                    <a:pt x="170" y="187"/>
                    <a:pt x="467" y="0"/>
                    <a:pt x="808" y="0"/>
                  </a:cubicBezTo>
                  <a:cubicBezTo>
                    <a:pt x="981" y="0"/>
                    <a:pt x="1143" y="49"/>
                    <a:pt x="1282" y="133"/>
                  </a:cubicBezTo>
                  <a:cubicBezTo>
                    <a:pt x="1545" y="293"/>
                    <a:pt x="1302" y="532"/>
                    <a:pt x="1302" y="8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10609698" y="245933"/>
              <a:ext cx="998233" cy="1778721"/>
            </a:xfrm>
            <a:custGeom>
              <a:rect b="b" l="l" r="r" t="t"/>
              <a:pathLst>
                <a:path extrusionOk="0" h="1258" w="706">
                  <a:moveTo>
                    <a:pt x="706" y="781"/>
                  </a:moveTo>
                  <a:cubicBezTo>
                    <a:pt x="706" y="956"/>
                    <a:pt x="657" y="1120"/>
                    <a:pt x="572" y="1258"/>
                  </a:cubicBezTo>
                  <a:cubicBezTo>
                    <a:pt x="538" y="1243"/>
                    <a:pt x="508" y="1216"/>
                    <a:pt x="485" y="1186"/>
                  </a:cubicBezTo>
                  <a:cubicBezTo>
                    <a:pt x="472" y="1169"/>
                    <a:pt x="459" y="1151"/>
                    <a:pt x="439" y="1143"/>
                  </a:cubicBezTo>
                  <a:cubicBezTo>
                    <a:pt x="423" y="1137"/>
                    <a:pt x="406" y="1139"/>
                    <a:pt x="390" y="1141"/>
                  </a:cubicBezTo>
                  <a:cubicBezTo>
                    <a:pt x="303" y="1148"/>
                    <a:pt x="213" y="1133"/>
                    <a:pt x="139" y="1088"/>
                  </a:cubicBezTo>
                  <a:cubicBezTo>
                    <a:pt x="65" y="1042"/>
                    <a:pt x="9" y="964"/>
                    <a:pt x="1" y="878"/>
                  </a:cubicBezTo>
                  <a:cubicBezTo>
                    <a:pt x="-11" y="756"/>
                    <a:pt x="70" y="645"/>
                    <a:pt x="160" y="562"/>
                  </a:cubicBezTo>
                  <a:cubicBezTo>
                    <a:pt x="199" y="528"/>
                    <a:pt x="243" y="484"/>
                    <a:pt x="231" y="434"/>
                  </a:cubicBezTo>
                  <a:cubicBezTo>
                    <a:pt x="225" y="414"/>
                    <a:pt x="211" y="397"/>
                    <a:pt x="199" y="381"/>
                  </a:cubicBezTo>
                  <a:cubicBezTo>
                    <a:pt x="156" y="322"/>
                    <a:pt x="146" y="249"/>
                    <a:pt x="156" y="176"/>
                  </a:cubicBezTo>
                  <a:cubicBezTo>
                    <a:pt x="166" y="107"/>
                    <a:pt x="192" y="42"/>
                    <a:pt x="252" y="8"/>
                  </a:cubicBezTo>
                  <a:cubicBezTo>
                    <a:pt x="257" y="5"/>
                    <a:pt x="262" y="2"/>
                    <a:pt x="267" y="0"/>
                  </a:cubicBezTo>
                  <a:cubicBezTo>
                    <a:pt x="530" y="160"/>
                    <a:pt x="706" y="450"/>
                    <a:pt x="706" y="7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9024686" y="712530"/>
              <a:ext cx="725345" cy="1672676"/>
            </a:xfrm>
            <a:custGeom>
              <a:rect b="b" l="l" r="r" t="t"/>
              <a:pathLst>
                <a:path extrusionOk="0" h="1183" w="513">
                  <a:moveTo>
                    <a:pt x="507" y="1014"/>
                  </a:moveTo>
                  <a:cubicBezTo>
                    <a:pt x="490" y="1086"/>
                    <a:pt x="434" y="1141"/>
                    <a:pt x="368" y="1183"/>
                  </a:cubicBezTo>
                  <a:cubicBezTo>
                    <a:pt x="145" y="1017"/>
                    <a:pt x="0" y="751"/>
                    <a:pt x="0" y="451"/>
                  </a:cubicBezTo>
                  <a:cubicBezTo>
                    <a:pt x="0" y="287"/>
                    <a:pt x="43" y="133"/>
                    <a:pt x="119" y="0"/>
                  </a:cubicBezTo>
                  <a:cubicBezTo>
                    <a:pt x="206" y="0"/>
                    <a:pt x="298" y="68"/>
                    <a:pt x="360" y="132"/>
                  </a:cubicBezTo>
                  <a:cubicBezTo>
                    <a:pt x="451" y="224"/>
                    <a:pt x="496" y="341"/>
                    <a:pt x="509" y="469"/>
                  </a:cubicBezTo>
                  <a:cubicBezTo>
                    <a:pt x="523" y="597"/>
                    <a:pt x="501" y="718"/>
                    <a:pt x="432" y="827"/>
                  </a:cubicBezTo>
                  <a:cubicBezTo>
                    <a:pt x="494" y="862"/>
                    <a:pt x="522" y="943"/>
                    <a:pt x="507" y="101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9914046" y="564067"/>
              <a:ext cx="733828" cy="675857"/>
            </a:xfrm>
            <a:custGeom>
              <a:rect b="b" l="l" r="r" t="t"/>
              <a:pathLst>
                <a:path extrusionOk="0" h="478" w="519">
                  <a:moveTo>
                    <a:pt x="519" y="316"/>
                  </a:moveTo>
                  <a:cubicBezTo>
                    <a:pt x="483" y="331"/>
                    <a:pt x="511" y="454"/>
                    <a:pt x="511" y="454"/>
                  </a:cubicBezTo>
                  <a:cubicBezTo>
                    <a:pt x="511" y="454"/>
                    <a:pt x="465" y="430"/>
                    <a:pt x="392" y="423"/>
                  </a:cubicBezTo>
                  <a:cubicBezTo>
                    <a:pt x="320" y="415"/>
                    <a:pt x="313" y="428"/>
                    <a:pt x="313" y="428"/>
                  </a:cubicBezTo>
                  <a:cubicBezTo>
                    <a:pt x="313" y="428"/>
                    <a:pt x="288" y="421"/>
                    <a:pt x="206" y="434"/>
                  </a:cubicBezTo>
                  <a:cubicBezTo>
                    <a:pt x="127" y="446"/>
                    <a:pt x="94" y="494"/>
                    <a:pt x="89" y="474"/>
                  </a:cubicBezTo>
                  <a:cubicBezTo>
                    <a:pt x="53" y="330"/>
                    <a:pt x="0" y="331"/>
                    <a:pt x="0" y="331"/>
                  </a:cubicBezTo>
                  <a:lnTo>
                    <a:pt x="152" y="48"/>
                  </a:lnTo>
                  <a:cubicBezTo>
                    <a:pt x="162" y="57"/>
                    <a:pt x="188" y="13"/>
                    <a:pt x="207" y="18"/>
                  </a:cubicBezTo>
                  <a:cubicBezTo>
                    <a:pt x="244" y="26"/>
                    <a:pt x="253" y="22"/>
                    <a:pt x="287" y="1"/>
                  </a:cubicBezTo>
                  <a:cubicBezTo>
                    <a:pt x="294" y="-4"/>
                    <a:pt x="340" y="48"/>
                    <a:pt x="345" y="42"/>
                  </a:cubicBezTo>
                  <a:lnTo>
                    <a:pt x="519" y="3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9914046" y="975520"/>
              <a:ext cx="733828" cy="1665607"/>
            </a:xfrm>
            <a:custGeom>
              <a:rect b="b" l="l" r="r" t="t"/>
              <a:pathLst>
                <a:path extrusionOk="0" h="1178" w="519">
                  <a:moveTo>
                    <a:pt x="519" y="25"/>
                  </a:moveTo>
                  <a:lnTo>
                    <a:pt x="519" y="1148"/>
                  </a:lnTo>
                  <a:cubicBezTo>
                    <a:pt x="506" y="1151"/>
                    <a:pt x="493" y="1154"/>
                    <a:pt x="479" y="1157"/>
                  </a:cubicBezTo>
                  <a:cubicBezTo>
                    <a:pt x="478" y="1157"/>
                    <a:pt x="474" y="1119"/>
                    <a:pt x="473" y="1119"/>
                  </a:cubicBezTo>
                  <a:cubicBezTo>
                    <a:pt x="471" y="1119"/>
                    <a:pt x="471" y="1159"/>
                    <a:pt x="468" y="1159"/>
                  </a:cubicBezTo>
                  <a:cubicBezTo>
                    <a:pt x="419" y="1170"/>
                    <a:pt x="367" y="1176"/>
                    <a:pt x="315" y="1177"/>
                  </a:cubicBezTo>
                  <a:cubicBezTo>
                    <a:pt x="314" y="1177"/>
                    <a:pt x="308" y="1140"/>
                    <a:pt x="306" y="1140"/>
                  </a:cubicBezTo>
                  <a:cubicBezTo>
                    <a:pt x="304" y="1140"/>
                    <a:pt x="306" y="1177"/>
                    <a:pt x="304" y="1178"/>
                  </a:cubicBezTo>
                  <a:cubicBezTo>
                    <a:pt x="298" y="1178"/>
                    <a:pt x="291" y="1178"/>
                    <a:pt x="285" y="1178"/>
                  </a:cubicBezTo>
                  <a:cubicBezTo>
                    <a:pt x="234" y="1178"/>
                    <a:pt x="184" y="1174"/>
                    <a:pt x="136" y="1166"/>
                  </a:cubicBezTo>
                  <a:cubicBezTo>
                    <a:pt x="134" y="1166"/>
                    <a:pt x="133" y="1135"/>
                    <a:pt x="131" y="1134"/>
                  </a:cubicBezTo>
                  <a:cubicBezTo>
                    <a:pt x="129" y="1134"/>
                    <a:pt x="127" y="1164"/>
                    <a:pt x="125" y="1164"/>
                  </a:cubicBezTo>
                  <a:cubicBezTo>
                    <a:pt x="92" y="1158"/>
                    <a:pt x="60" y="1151"/>
                    <a:pt x="28" y="1141"/>
                  </a:cubicBezTo>
                  <a:lnTo>
                    <a:pt x="0" y="40"/>
                  </a:lnTo>
                  <a:cubicBezTo>
                    <a:pt x="0" y="40"/>
                    <a:pt x="85" y="9"/>
                    <a:pt x="125" y="123"/>
                  </a:cubicBezTo>
                  <a:cubicBezTo>
                    <a:pt x="128" y="131"/>
                    <a:pt x="130" y="139"/>
                    <a:pt x="132" y="148"/>
                  </a:cubicBezTo>
                  <a:cubicBezTo>
                    <a:pt x="132" y="145"/>
                    <a:pt x="131" y="133"/>
                    <a:pt x="133" y="117"/>
                  </a:cubicBezTo>
                  <a:cubicBezTo>
                    <a:pt x="136" y="85"/>
                    <a:pt x="150" y="39"/>
                    <a:pt x="203" y="31"/>
                  </a:cubicBezTo>
                  <a:cubicBezTo>
                    <a:pt x="264" y="21"/>
                    <a:pt x="295" y="84"/>
                    <a:pt x="307" y="117"/>
                  </a:cubicBezTo>
                  <a:cubicBezTo>
                    <a:pt x="312" y="129"/>
                    <a:pt x="314" y="137"/>
                    <a:pt x="314" y="137"/>
                  </a:cubicBezTo>
                  <a:cubicBezTo>
                    <a:pt x="314" y="137"/>
                    <a:pt x="314" y="130"/>
                    <a:pt x="314" y="119"/>
                  </a:cubicBezTo>
                  <a:cubicBezTo>
                    <a:pt x="317" y="81"/>
                    <a:pt x="330" y="-5"/>
                    <a:pt x="386" y="1"/>
                  </a:cubicBezTo>
                  <a:cubicBezTo>
                    <a:pt x="450" y="8"/>
                    <a:pt x="472" y="96"/>
                    <a:pt x="477" y="118"/>
                  </a:cubicBezTo>
                  <a:cubicBezTo>
                    <a:pt x="477" y="121"/>
                    <a:pt x="478" y="122"/>
                    <a:pt x="478" y="122"/>
                  </a:cubicBezTo>
                  <a:cubicBezTo>
                    <a:pt x="478" y="122"/>
                    <a:pt x="478" y="121"/>
                    <a:pt x="478" y="119"/>
                  </a:cubicBezTo>
                  <a:cubicBezTo>
                    <a:pt x="479" y="102"/>
                    <a:pt x="488" y="38"/>
                    <a:pt x="519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" name="Google Shape;345;p29"/>
            <p:cNvGrpSpPr/>
            <p:nvPr/>
          </p:nvGrpSpPr>
          <p:grpSpPr>
            <a:xfrm>
              <a:off x="10090787" y="392982"/>
              <a:ext cx="500530" cy="2248145"/>
              <a:chOff x="10090787" y="392982"/>
              <a:chExt cx="500530" cy="2248145"/>
            </a:xfrm>
          </p:grpSpPr>
          <p:sp>
            <p:nvSpPr>
              <p:cNvPr id="346" name="Google Shape;346;p29"/>
              <p:cNvSpPr/>
              <p:nvPr/>
            </p:nvSpPr>
            <p:spPr>
              <a:xfrm>
                <a:off x="10128963" y="392982"/>
                <a:ext cx="272888" cy="275716"/>
              </a:xfrm>
              <a:custGeom>
                <a:rect b="b" l="l" r="r" t="t"/>
                <a:pathLst>
                  <a:path extrusionOk="0" h="195" w="193">
                    <a:moveTo>
                      <a:pt x="193" y="162"/>
                    </a:moveTo>
                    <a:cubicBezTo>
                      <a:pt x="188" y="169"/>
                      <a:pt x="182" y="175"/>
                      <a:pt x="175" y="179"/>
                    </a:cubicBezTo>
                    <a:cubicBezTo>
                      <a:pt x="141" y="200"/>
                      <a:pt x="80" y="198"/>
                      <a:pt x="42" y="189"/>
                    </a:cubicBezTo>
                    <a:cubicBezTo>
                      <a:pt x="23" y="185"/>
                      <a:pt x="10" y="178"/>
                      <a:pt x="0" y="169"/>
                    </a:cubicBezTo>
                    <a:lnTo>
                      <a:pt x="91" y="0"/>
                    </a:lnTo>
                    <a:lnTo>
                      <a:pt x="193" y="16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5200" lIns="90000" spcFirstLastPara="1" rIns="90000" wrap="square" tIns="252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9"/>
              <p:cNvSpPr/>
              <p:nvPr/>
            </p:nvSpPr>
            <p:spPr>
              <a:xfrm>
                <a:off x="10090787" y="1140950"/>
                <a:ext cx="15553" cy="1483210"/>
              </a:xfrm>
              <a:custGeom>
                <a:rect b="b" l="l" r="r" t="t"/>
                <a:pathLst>
                  <a:path extrusionOk="0" h="1049" w="11">
                    <a:moveTo>
                      <a:pt x="11" y="5"/>
                    </a:moveTo>
                    <a:lnTo>
                      <a:pt x="11" y="1049"/>
                    </a:lnTo>
                    <a:cubicBezTo>
                      <a:pt x="7" y="1048"/>
                      <a:pt x="4" y="1048"/>
                      <a:pt x="0" y="1047"/>
                    </a:cubicBezTo>
                    <a:lnTo>
                      <a:pt x="0" y="5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1"/>
                      <a:pt x="11" y="3"/>
                      <a:pt x="11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9"/>
              <p:cNvSpPr/>
              <p:nvPr/>
            </p:nvSpPr>
            <p:spPr>
              <a:xfrm>
                <a:off x="10343880" y="1140950"/>
                <a:ext cx="15553" cy="1500177"/>
              </a:xfrm>
              <a:custGeom>
                <a:rect b="b" l="l" r="r" t="t"/>
                <a:pathLst>
                  <a:path extrusionOk="0" h="1061" w="11">
                    <a:moveTo>
                      <a:pt x="11" y="5"/>
                    </a:moveTo>
                    <a:lnTo>
                      <a:pt x="11" y="1060"/>
                    </a:lnTo>
                    <a:cubicBezTo>
                      <a:pt x="8" y="1060"/>
                      <a:pt x="4" y="1061"/>
                      <a:pt x="0" y="1061"/>
                    </a:cubicBezTo>
                    <a:lnTo>
                      <a:pt x="0" y="5"/>
                    </a:lnTo>
                    <a:cubicBezTo>
                      <a:pt x="0" y="3"/>
                      <a:pt x="1" y="1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9" y="1"/>
                      <a:pt x="10" y="2"/>
                    </a:cubicBezTo>
                    <a:cubicBezTo>
                      <a:pt x="11" y="3"/>
                      <a:pt x="11" y="4"/>
                      <a:pt x="11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9"/>
              <p:cNvSpPr/>
              <p:nvPr/>
            </p:nvSpPr>
            <p:spPr>
              <a:xfrm>
                <a:off x="10575764" y="1140950"/>
                <a:ext cx="15553" cy="1473312"/>
              </a:xfrm>
              <a:custGeom>
                <a:rect b="b" l="l" r="r" t="t"/>
                <a:pathLst>
                  <a:path extrusionOk="0" h="1042" w="11">
                    <a:moveTo>
                      <a:pt x="11" y="5"/>
                    </a:moveTo>
                    <a:lnTo>
                      <a:pt x="11" y="1040"/>
                    </a:lnTo>
                    <a:cubicBezTo>
                      <a:pt x="8" y="1041"/>
                      <a:pt x="4" y="1042"/>
                      <a:pt x="0" y="1042"/>
                    </a:cubicBezTo>
                    <a:lnTo>
                      <a:pt x="0" y="5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7" y="0"/>
                      <a:pt x="8" y="0"/>
                      <a:pt x="9" y="0"/>
                    </a:cubicBezTo>
                    <a:cubicBezTo>
                      <a:pt x="9" y="1"/>
                      <a:pt x="10" y="1"/>
                      <a:pt x="10" y="1"/>
                    </a:cubicBezTo>
                    <a:cubicBezTo>
                      <a:pt x="11" y="2"/>
                      <a:pt x="11" y="4"/>
                      <a:pt x="11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29"/>
            <p:cNvGrpSpPr/>
            <p:nvPr/>
          </p:nvGrpSpPr>
          <p:grpSpPr>
            <a:xfrm>
              <a:off x="9194357" y="223310"/>
              <a:ext cx="2245316" cy="873808"/>
              <a:chOff x="9194357" y="223310"/>
              <a:chExt cx="2245316" cy="873808"/>
            </a:xfrm>
          </p:grpSpPr>
          <p:sp>
            <p:nvSpPr>
              <p:cNvPr id="351" name="Google Shape;351;p29"/>
              <p:cNvSpPr/>
              <p:nvPr/>
            </p:nvSpPr>
            <p:spPr>
              <a:xfrm>
                <a:off x="9194357" y="786054"/>
                <a:ext cx="251679" cy="196536"/>
              </a:xfrm>
              <a:custGeom>
                <a:rect b="b" l="l" r="r" t="t"/>
                <a:pathLst>
                  <a:path extrusionOk="0" h="139" w="178">
                    <a:moveTo>
                      <a:pt x="152" y="139"/>
                    </a:moveTo>
                    <a:lnTo>
                      <a:pt x="0" y="59"/>
                    </a:lnTo>
                    <a:lnTo>
                      <a:pt x="20" y="23"/>
                    </a:lnTo>
                    <a:cubicBezTo>
                      <a:pt x="32" y="-1"/>
                      <a:pt x="51" y="-6"/>
                      <a:pt x="76" y="7"/>
                    </a:cubicBezTo>
                    <a:lnTo>
                      <a:pt x="153" y="47"/>
                    </a:lnTo>
                    <a:cubicBezTo>
                      <a:pt x="178" y="61"/>
                      <a:pt x="184" y="79"/>
                      <a:pt x="171" y="103"/>
                    </a:cubicBezTo>
                    <a:lnTo>
                      <a:pt x="152" y="139"/>
                    </a:lnTo>
                    <a:moveTo>
                      <a:pt x="143" y="104"/>
                    </a:moveTo>
                    <a:lnTo>
                      <a:pt x="149" y="92"/>
                    </a:lnTo>
                    <a:cubicBezTo>
                      <a:pt x="154" y="84"/>
                      <a:pt x="151" y="77"/>
                      <a:pt x="141" y="72"/>
                    </a:cubicBezTo>
                    <a:lnTo>
                      <a:pt x="62" y="30"/>
                    </a:lnTo>
                    <a:cubicBezTo>
                      <a:pt x="52" y="25"/>
                      <a:pt x="45" y="27"/>
                      <a:pt x="41" y="35"/>
                    </a:cubicBezTo>
                    <a:lnTo>
                      <a:pt x="35" y="47"/>
                    </a:lnTo>
                    <a:lnTo>
                      <a:pt x="143" y="10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5025" lIns="90000" spcFirstLastPara="1" rIns="90000" wrap="square" tIns="5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9"/>
              <p:cNvSpPr/>
              <p:nvPr/>
            </p:nvSpPr>
            <p:spPr>
              <a:xfrm>
                <a:off x="9297574" y="609313"/>
                <a:ext cx="255921" cy="229056"/>
              </a:xfrm>
              <a:custGeom>
                <a:rect b="b" l="l" r="r" t="t"/>
                <a:pathLst>
                  <a:path extrusionOk="0" h="162" w="181">
                    <a:moveTo>
                      <a:pt x="137" y="162"/>
                    </a:moveTo>
                    <a:lnTo>
                      <a:pt x="0" y="58"/>
                    </a:lnTo>
                    <a:lnTo>
                      <a:pt x="45" y="0"/>
                    </a:lnTo>
                    <a:lnTo>
                      <a:pt x="64" y="15"/>
                    </a:lnTo>
                    <a:lnTo>
                      <a:pt x="36" y="52"/>
                    </a:lnTo>
                    <a:lnTo>
                      <a:pt x="72" y="79"/>
                    </a:lnTo>
                    <a:lnTo>
                      <a:pt x="94" y="50"/>
                    </a:lnTo>
                    <a:lnTo>
                      <a:pt x="114" y="64"/>
                    </a:lnTo>
                    <a:lnTo>
                      <a:pt x="92" y="94"/>
                    </a:lnTo>
                    <a:lnTo>
                      <a:pt x="134" y="126"/>
                    </a:lnTo>
                    <a:lnTo>
                      <a:pt x="162" y="89"/>
                    </a:lnTo>
                    <a:lnTo>
                      <a:pt x="181" y="103"/>
                    </a:lnTo>
                    <a:lnTo>
                      <a:pt x="137" y="16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3300" lIns="90000" spcFirstLastPara="1" rIns="90000" wrap="square" tIns="133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9"/>
              <p:cNvSpPr/>
              <p:nvPr/>
            </p:nvSpPr>
            <p:spPr>
              <a:xfrm>
                <a:off x="9434725" y="489129"/>
                <a:ext cx="210675" cy="214917"/>
              </a:xfrm>
              <a:custGeom>
                <a:rect b="b" l="l" r="r" t="t"/>
                <a:pathLst>
                  <a:path extrusionOk="0" h="152" w="149">
                    <a:moveTo>
                      <a:pt x="13" y="71"/>
                    </a:moveTo>
                    <a:cubicBezTo>
                      <a:pt x="-5" y="51"/>
                      <a:pt x="-6" y="31"/>
                      <a:pt x="13" y="13"/>
                    </a:cubicBezTo>
                    <a:cubicBezTo>
                      <a:pt x="31" y="-5"/>
                      <a:pt x="52" y="-4"/>
                      <a:pt x="71" y="16"/>
                    </a:cubicBezTo>
                    <a:lnTo>
                      <a:pt x="83" y="29"/>
                    </a:lnTo>
                    <a:lnTo>
                      <a:pt x="65" y="46"/>
                    </a:lnTo>
                    <a:lnTo>
                      <a:pt x="51" y="32"/>
                    </a:lnTo>
                    <a:cubicBezTo>
                      <a:pt x="44" y="24"/>
                      <a:pt x="37" y="24"/>
                      <a:pt x="30" y="30"/>
                    </a:cubicBezTo>
                    <a:cubicBezTo>
                      <a:pt x="24" y="36"/>
                      <a:pt x="24" y="43"/>
                      <a:pt x="32" y="51"/>
                    </a:cubicBezTo>
                    <a:lnTo>
                      <a:pt x="98" y="120"/>
                    </a:lnTo>
                    <a:cubicBezTo>
                      <a:pt x="105" y="128"/>
                      <a:pt x="112" y="128"/>
                      <a:pt x="118" y="122"/>
                    </a:cubicBezTo>
                    <a:cubicBezTo>
                      <a:pt x="125" y="116"/>
                      <a:pt x="125" y="109"/>
                      <a:pt x="117" y="101"/>
                    </a:cubicBezTo>
                    <a:lnTo>
                      <a:pt x="100" y="83"/>
                    </a:lnTo>
                    <a:lnTo>
                      <a:pt x="118" y="65"/>
                    </a:lnTo>
                    <a:lnTo>
                      <a:pt x="134" y="82"/>
                    </a:lnTo>
                    <a:cubicBezTo>
                      <a:pt x="153" y="101"/>
                      <a:pt x="153" y="122"/>
                      <a:pt x="135" y="140"/>
                    </a:cubicBezTo>
                    <a:cubicBezTo>
                      <a:pt x="116" y="158"/>
                      <a:pt x="95" y="156"/>
                      <a:pt x="77" y="137"/>
                    </a:cubicBezTo>
                    <a:lnTo>
                      <a:pt x="13" y="7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9"/>
              <p:cNvSpPr/>
              <p:nvPr/>
            </p:nvSpPr>
            <p:spPr>
              <a:xfrm>
                <a:off x="9559150" y="397224"/>
                <a:ext cx="175327" cy="219159"/>
              </a:xfrm>
              <a:custGeom>
                <a:rect b="b" l="l" r="r" t="t"/>
                <a:pathLst>
                  <a:path extrusionOk="0" h="155" w="124">
                    <a:moveTo>
                      <a:pt x="102" y="155"/>
                    </a:moveTo>
                    <a:lnTo>
                      <a:pt x="0" y="16"/>
                    </a:lnTo>
                    <a:lnTo>
                      <a:pt x="22" y="0"/>
                    </a:lnTo>
                    <a:lnTo>
                      <a:pt x="124" y="139"/>
                    </a:lnTo>
                    <a:lnTo>
                      <a:pt x="102" y="15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0800" lIns="90000" spcFirstLastPara="1" rIns="90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9"/>
              <p:cNvSpPr/>
              <p:nvPr/>
            </p:nvSpPr>
            <p:spPr>
              <a:xfrm>
                <a:off x="9662367" y="310974"/>
                <a:ext cx="199364" cy="250265"/>
              </a:xfrm>
              <a:custGeom>
                <a:rect b="b" l="l" r="r" t="t"/>
                <a:pathLst>
                  <a:path extrusionOk="0" h="177" w="141">
                    <a:moveTo>
                      <a:pt x="83" y="177"/>
                    </a:moveTo>
                    <a:lnTo>
                      <a:pt x="0" y="27"/>
                    </a:lnTo>
                    <a:lnTo>
                      <a:pt x="36" y="7"/>
                    </a:lnTo>
                    <a:cubicBezTo>
                      <a:pt x="60" y="-6"/>
                      <a:pt x="79" y="0"/>
                      <a:pt x="92" y="25"/>
                    </a:cubicBezTo>
                    <a:lnTo>
                      <a:pt x="134" y="101"/>
                    </a:lnTo>
                    <a:cubicBezTo>
                      <a:pt x="147" y="126"/>
                      <a:pt x="142" y="145"/>
                      <a:pt x="119" y="157"/>
                    </a:cubicBezTo>
                    <a:lnTo>
                      <a:pt x="83" y="177"/>
                    </a:lnTo>
                    <a:moveTo>
                      <a:pt x="95" y="143"/>
                    </a:moveTo>
                    <a:lnTo>
                      <a:pt x="107" y="136"/>
                    </a:lnTo>
                    <a:cubicBezTo>
                      <a:pt x="115" y="132"/>
                      <a:pt x="116" y="125"/>
                      <a:pt x="111" y="115"/>
                    </a:cubicBezTo>
                    <a:lnTo>
                      <a:pt x="68" y="37"/>
                    </a:lnTo>
                    <a:cubicBezTo>
                      <a:pt x="63" y="27"/>
                      <a:pt x="56" y="24"/>
                      <a:pt x="48" y="29"/>
                    </a:cubicBezTo>
                    <a:lnTo>
                      <a:pt x="36" y="35"/>
                    </a:lnTo>
                    <a:lnTo>
                      <a:pt x="95" y="14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8700" lIns="90000" spcFirstLastPara="1" rIns="90000" wrap="square" tIns="18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9"/>
              <p:cNvSpPr/>
              <p:nvPr/>
            </p:nvSpPr>
            <p:spPr>
              <a:xfrm>
                <a:off x="9846178" y="223310"/>
                <a:ext cx="179569" cy="262991"/>
              </a:xfrm>
              <a:custGeom>
                <a:rect b="b" l="l" r="r" t="t"/>
                <a:pathLst>
                  <a:path extrusionOk="0" h="186" w="127">
                    <a:moveTo>
                      <a:pt x="57" y="186"/>
                    </a:moveTo>
                    <a:lnTo>
                      <a:pt x="0" y="24"/>
                    </a:lnTo>
                    <a:lnTo>
                      <a:pt x="69" y="0"/>
                    </a:lnTo>
                    <a:lnTo>
                      <a:pt x="78" y="23"/>
                    </a:lnTo>
                    <a:lnTo>
                      <a:pt x="34" y="38"/>
                    </a:lnTo>
                    <a:lnTo>
                      <a:pt x="49" y="81"/>
                    </a:lnTo>
                    <a:lnTo>
                      <a:pt x="84" y="69"/>
                    </a:lnTo>
                    <a:lnTo>
                      <a:pt x="92" y="92"/>
                    </a:lnTo>
                    <a:lnTo>
                      <a:pt x="57" y="104"/>
                    </a:lnTo>
                    <a:lnTo>
                      <a:pt x="75" y="154"/>
                    </a:lnTo>
                    <a:lnTo>
                      <a:pt x="118" y="138"/>
                    </a:lnTo>
                    <a:lnTo>
                      <a:pt x="127" y="161"/>
                    </a:lnTo>
                    <a:lnTo>
                      <a:pt x="57" y="1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1950" lIns="90000" spcFirstLastPara="1" rIns="90000" wrap="square" tIns="21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9"/>
              <p:cNvSpPr/>
              <p:nvPr/>
            </p:nvSpPr>
            <p:spPr>
              <a:xfrm>
                <a:off x="10564452" y="234622"/>
                <a:ext cx="168257" cy="260163"/>
              </a:xfrm>
              <a:custGeom>
                <a:rect b="b" l="l" r="r" t="t"/>
                <a:pathLst>
                  <a:path extrusionOk="0" h="184" w="119">
                    <a:moveTo>
                      <a:pt x="62" y="175"/>
                    </a:moveTo>
                    <a:lnTo>
                      <a:pt x="69" y="141"/>
                    </a:lnTo>
                    <a:lnTo>
                      <a:pt x="39" y="131"/>
                    </a:lnTo>
                    <a:lnTo>
                      <a:pt x="24" y="161"/>
                    </a:lnTo>
                    <a:lnTo>
                      <a:pt x="0" y="152"/>
                    </a:lnTo>
                    <a:lnTo>
                      <a:pt x="84" y="0"/>
                    </a:lnTo>
                    <a:lnTo>
                      <a:pt x="119" y="13"/>
                    </a:lnTo>
                    <a:lnTo>
                      <a:pt x="87" y="184"/>
                    </a:lnTo>
                    <a:lnTo>
                      <a:pt x="62" y="175"/>
                    </a:lnTo>
                    <a:moveTo>
                      <a:pt x="50" y="110"/>
                    </a:moveTo>
                    <a:lnTo>
                      <a:pt x="73" y="118"/>
                    </a:lnTo>
                    <a:lnTo>
                      <a:pt x="91" y="33"/>
                    </a:lnTo>
                    <a:lnTo>
                      <a:pt x="50" y="11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1225" lIns="90000" spcFirstLastPara="1" rIns="90000" wrap="square" tIns="21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9"/>
              <p:cNvSpPr/>
              <p:nvPr/>
            </p:nvSpPr>
            <p:spPr>
              <a:xfrm>
                <a:off x="10727054" y="301076"/>
                <a:ext cx="223401" cy="270060"/>
              </a:xfrm>
              <a:custGeom>
                <a:rect b="b" l="l" r="r" t="t"/>
                <a:pathLst>
                  <a:path extrusionOk="0" h="191" w="158">
                    <a:moveTo>
                      <a:pt x="0" y="150"/>
                    </a:moveTo>
                    <a:lnTo>
                      <a:pt x="84" y="0"/>
                    </a:lnTo>
                    <a:lnTo>
                      <a:pt x="113" y="17"/>
                    </a:lnTo>
                    <a:lnTo>
                      <a:pt x="86" y="120"/>
                    </a:lnTo>
                    <a:lnTo>
                      <a:pt x="137" y="30"/>
                    </a:lnTo>
                    <a:lnTo>
                      <a:pt x="158" y="42"/>
                    </a:lnTo>
                    <a:lnTo>
                      <a:pt x="73" y="191"/>
                    </a:lnTo>
                    <a:lnTo>
                      <a:pt x="49" y="178"/>
                    </a:lnTo>
                    <a:lnTo>
                      <a:pt x="82" y="53"/>
                    </a:lnTo>
                    <a:lnTo>
                      <a:pt x="20" y="162"/>
                    </a:lnTo>
                    <a:lnTo>
                      <a:pt x="0" y="1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3750" lIns="90000" spcFirstLastPara="1" rIns="90000" wrap="square" tIns="23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9"/>
              <p:cNvSpPr/>
              <p:nvPr/>
            </p:nvSpPr>
            <p:spPr>
              <a:xfrm>
                <a:off x="10940557" y="479231"/>
                <a:ext cx="192294" cy="203606"/>
              </a:xfrm>
              <a:custGeom>
                <a:rect b="b" l="l" r="r" t="t"/>
                <a:pathLst>
                  <a:path extrusionOk="0" h="144" w="136">
                    <a:moveTo>
                      <a:pt x="0" y="126"/>
                    </a:moveTo>
                    <a:lnTo>
                      <a:pt x="116" y="0"/>
                    </a:lnTo>
                    <a:lnTo>
                      <a:pt x="136" y="18"/>
                    </a:lnTo>
                    <a:lnTo>
                      <a:pt x="20" y="144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6825" lIns="90000" spcFirstLastPara="1" rIns="90000" wrap="square" tIns="6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9"/>
              <p:cNvSpPr/>
              <p:nvPr/>
            </p:nvSpPr>
            <p:spPr>
              <a:xfrm>
                <a:off x="11008425" y="566895"/>
                <a:ext cx="240368" cy="221987"/>
              </a:xfrm>
              <a:custGeom>
                <a:rect b="b" l="l" r="r" t="t"/>
                <a:pathLst>
                  <a:path extrusionOk="0" h="157" w="170">
                    <a:moveTo>
                      <a:pt x="0" y="110"/>
                    </a:moveTo>
                    <a:lnTo>
                      <a:pt x="132" y="0"/>
                    </a:lnTo>
                    <a:lnTo>
                      <a:pt x="159" y="32"/>
                    </a:lnTo>
                    <a:cubicBezTo>
                      <a:pt x="176" y="52"/>
                      <a:pt x="173" y="72"/>
                      <a:pt x="152" y="90"/>
                    </a:cubicBezTo>
                    <a:lnTo>
                      <a:pt x="85" y="145"/>
                    </a:lnTo>
                    <a:cubicBezTo>
                      <a:pt x="63" y="163"/>
                      <a:pt x="44" y="162"/>
                      <a:pt x="27" y="141"/>
                    </a:cubicBezTo>
                    <a:lnTo>
                      <a:pt x="0" y="110"/>
                    </a:lnTo>
                    <a:moveTo>
                      <a:pt x="36" y="115"/>
                    </a:moveTo>
                    <a:lnTo>
                      <a:pt x="45" y="125"/>
                    </a:lnTo>
                    <a:cubicBezTo>
                      <a:pt x="51" y="132"/>
                      <a:pt x="58" y="132"/>
                      <a:pt x="67" y="125"/>
                    </a:cubicBezTo>
                    <a:lnTo>
                      <a:pt x="135" y="68"/>
                    </a:lnTo>
                    <a:cubicBezTo>
                      <a:pt x="144" y="61"/>
                      <a:pt x="145" y="54"/>
                      <a:pt x="140" y="47"/>
                    </a:cubicBezTo>
                    <a:lnTo>
                      <a:pt x="131" y="36"/>
                    </a:lnTo>
                    <a:lnTo>
                      <a:pt x="36" y="1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500" lIns="90000" spcFirstLastPara="1" rIns="90000" wrap="square" tIns="11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9"/>
              <p:cNvSpPr/>
              <p:nvPr/>
            </p:nvSpPr>
            <p:spPr>
              <a:xfrm>
                <a:off x="11110228" y="729497"/>
                <a:ext cx="262991" cy="212089"/>
              </a:xfrm>
              <a:custGeom>
                <a:rect b="b" l="l" r="r" t="t"/>
                <a:pathLst>
                  <a:path extrusionOk="0" h="150" w="186">
                    <a:moveTo>
                      <a:pt x="0" y="87"/>
                    </a:moveTo>
                    <a:lnTo>
                      <a:pt x="148" y="0"/>
                    </a:lnTo>
                    <a:lnTo>
                      <a:pt x="186" y="63"/>
                    </a:lnTo>
                    <a:lnTo>
                      <a:pt x="165" y="76"/>
                    </a:lnTo>
                    <a:lnTo>
                      <a:pt x="141" y="36"/>
                    </a:lnTo>
                    <a:lnTo>
                      <a:pt x="102" y="58"/>
                    </a:lnTo>
                    <a:lnTo>
                      <a:pt x="121" y="90"/>
                    </a:lnTo>
                    <a:lnTo>
                      <a:pt x="99" y="103"/>
                    </a:lnTo>
                    <a:lnTo>
                      <a:pt x="81" y="71"/>
                    </a:lnTo>
                    <a:lnTo>
                      <a:pt x="35" y="98"/>
                    </a:lnTo>
                    <a:lnTo>
                      <a:pt x="59" y="138"/>
                    </a:lnTo>
                    <a:lnTo>
                      <a:pt x="38" y="15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9000" lIns="90000" spcFirstLastPara="1" rIns="90000" wrap="square" tIns="9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29"/>
              <p:cNvSpPr/>
              <p:nvPr/>
            </p:nvSpPr>
            <p:spPr>
              <a:xfrm>
                <a:off x="11180925" y="923205"/>
                <a:ext cx="258749" cy="173913"/>
              </a:xfrm>
              <a:custGeom>
                <a:rect b="b" l="l" r="r" t="t"/>
                <a:pathLst>
                  <a:path extrusionOk="0" h="123" w="183">
                    <a:moveTo>
                      <a:pt x="23" y="98"/>
                    </a:moveTo>
                    <a:lnTo>
                      <a:pt x="53" y="81"/>
                    </a:lnTo>
                    <a:lnTo>
                      <a:pt x="42" y="52"/>
                    </a:lnTo>
                    <a:lnTo>
                      <a:pt x="9" y="60"/>
                    </a:lnTo>
                    <a:lnTo>
                      <a:pt x="0" y="37"/>
                    </a:lnTo>
                    <a:lnTo>
                      <a:pt x="170" y="0"/>
                    </a:lnTo>
                    <a:lnTo>
                      <a:pt x="183" y="34"/>
                    </a:lnTo>
                    <a:lnTo>
                      <a:pt x="33" y="123"/>
                    </a:lnTo>
                    <a:lnTo>
                      <a:pt x="23" y="98"/>
                    </a:lnTo>
                    <a:moveTo>
                      <a:pt x="65" y="47"/>
                    </a:moveTo>
                    <a:lnTo>
                      <a:pt x="73" y="69"/>
                    </a:lnTo>
                    <a:lnTo>
                      <a:pt x="150" y="27"/>
                    </a:lnTo>
                    <a:lnTo>
                      <a:pt x="65" y="4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" name="Google Shape;363;p29"/>
            <p:cNvSpPr/>
            <p:nvPr/>
          </p:nvSpPr>
          <p:spPr>
            <a:xfrm>
              <a:off x="10616768" y="2153323"/>
              <a:ext cx="224814" cy="223401"/>
            </a:xfrm>
            <a:custGeom>
              <a:rect b="b" l="l" r="r" t="t"/>
              <a:pathLst>
                <a:path extrusionOk="0" h="158" w="159">
                  <a:moveTo>
                    <a:pt x="105" y="58"/>
                  </a:moveTo>
                  <a:lnTo>
                    <a:pt x="154" y="73"/>
                  </a:lnTo>
                  <a:cubicBezTo>
                    <a:pt x="160" y="75"/>
                    <a:pt x="160" y="82"/>
                    <a:pt x="154" y="83"/>
                  </a:cubicBezTo>
                  <a:lnTo>
                    <a:pt x="105" y="97"/>
                  </a:lnTo>
                  <a:cubicBezTo>
                    <a:pt x="103" y="98"/>
                    <a:pt x="101" y="99"/>
                    <a:pt x="101" y="101"/>
                  </a:cubicBezTo>
                  <a:lnTo>
                    <a:pt x="85" y="154"/>
                  </a:lnTo>
                  <a:cubicBezTo>
                    <a:pt x="83" y="159"/>
                    <a:pt x="76" y="159"/>
                    <a:pt x="74" y="154"/>
                  </a:cubicBezTo>
                  <a:lnTo>
                    <a:pt x="58" y="106"/>
                  </a:lnTo>
                  <a:cubicBezTo>
                    <a:pt x="57" y="104"/>
                    <a:pt x="56" y="103"/>
                    <a:pt x="54" y="102"/>
                  </a:cubicBezTo>
                  <a:lnTo>
                    <a:pt x="3" y="84"/>
                  </a:lnTo>
                  <a:cubicBezTo>
                    <a:pt x="-2" y="82"/>
                    <a:pt x="-2" y="76"/>
                    <a:pt x="3" y="74"/>
                  </a:cubicBezTo>
                  <a:lnTo>
                    <a:pt x="56" y="59"/>
                  </a:lnTo>
                  <a:cubicBezTo>
                    <a:pt x="57" y="59"/>
                    <a:pt x="59" y="57"/>
                    <a:pt x="59" y="55"/>
                  </a:cubicBezTo>
                  <a:lnTo>
                    <a:pt x="74" y="4"/>
                  </a:lnTo>
                  <a:cubicBezTo>
                    <a:pt x="76" y="-1"/>
                    <a:pt x="83" y="-1"/>
                    <a:pt x="85" y="4"/>
                  </a:cubicBezTo>
                  <a:lnTo>
                    <a:pt x="101" y="55"/>
                  </a:lnTo>
                  <a:cubicBezTo>
                    <a:pt x="102" y="56"/>
                    <a:pt x="103" y="58"/>
                    <a:pt x="10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11875" lIns="90000" spcFirstLastPara="1" rIns="90000" wrap="square" tIns="11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29"/>
            <p:cNvGrpSpPr/>
            <p:nvPr/>
          </p:nvGrpSpPr>
          <p:grpSpPr>
            <a:xfrm>
              <a:off x="9298988" y="1205991"/>
              <a:ext cx="1997879" cy="270060"/>
              <a:chOff x="9298988" y="1205991"/>
              <a:chExt cx="1997879" cy="270060"/>
            </a:xfrm>
          </p:grpSpPr>
          <p:sp>
            <p:nvSpPr>
              <p:cNvPr id="365" name="Google Shape;365;p29"/>
              <p:cNvSpPr/>
              <p:nvPr/>
            </p:nvSpPr>
            <p:spPr>
              <a:xfrm>
                <a:off x="11073466" y="1205991"/>
                <a:ext cx="223401" cy="223401"/>
              </a:xfrm>
              <a:custGeom>
                <a:rect b="b" l="l" r="r" t="t"/>
                <a:pathLst>
                  <a:path extrusionOk="0" h="158" w="158">
                    <a:moveTo>
                      <a:pt x="105" y="58"/>
                    </a:moveTo>
                    <a:lnTo>
                      <a:pt x="154" y="74"/>
                    </a:lnTo>
                    <a:cubicBezTo>
                      <a:pt x="159" y="75"/>
                      <a:pt x="159" y="83"/>
                      <a:pt x="154" y="84"/>
                    </a:cubicBezTo>
                    <a:lnTo>
                      <a:pt x="105" y="98"/>
                    </a:lnTo>
                    <a:cubicBezTo>
                      <a:pt x="103" y="99"/>
                      <a:pt x="101" y="100"/>
                      <a:pt x="101" y="102"/>
                    </a:cubicBezTo>
                    <a:lnTo>
                      <a:pt x="84" y="155"/>
                    </a:lnTo>
                    <a:cubicBezTo>
                      <a:pt x="83" y="160"/>
                      <a:pt x="76" y="160"/>
                      <a:pt x="74" y="155"/>
                    </a:cubicBezTo>
                    <a:lnTo>
                      <a:pt x="58" y="107"/>
                    </a:lnTo>
                    <a:cubicBezTo>
                      <a:pt x="57" y="105"/>
                      <a:pt x="56" y="104"/>
                      <a:pt x="54" y="103"/>
                    </a:cubicBezTo>
                    <a:lnTo>
                      <a:pt x="3" y="85"/>
                    </a:lnTo>
                    <a:cubicBezTo>
                      <a:pt x="-2" y="83"/>
                      <a:pt x="-2" y="76"/>
                      <a:pt x="3" y="74"/>
                    </a:cubicBezTo>
                    <a:lnTo>
                      <a:pt x="55" y="59"/>
                    </a:lnTo>
                    <a:cubicBezTo>
                      <a:pt x="57" y="59"/>
                      <a:pt x="59" y="57"/>
                      <a:pt x="59" y="55"/>
                    </a:cubicBezTo>
                    <a:lnTo>
                      <a:pt x="74" y="4"/>
                    </a:lnTo>
                    <a:cubicBezTo>
                      <a:pt x="76" y="-1"/>
                      <a:pt x="83" y="-1"/>
                      <a:pt x="85" y="4"/>
                    </a:cubicBezTo>
                    <a:lnTo>
                      <a:pt x="101" y="55"/>
                    </a:lnTo>
                    <a:cubicBezTo>
                      <a:pt x="101" y="57"/>
                      <a:pt x="103" y="58"/>
                      <a:pt x="105" y="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9"/>
              <p:cNvSpPr/>
              <p:nvPr/>
            </p:nvSpPr>
            <p:spPr>
              <a:xfrm>
                <a:off x="9298988" y="1251236"/>
                <a:ext cx="223401" cy="224814"/>
              </a:xfrm>
              <a:custGeom>
                <a:rect b="b" l="l" r="r" t="t"/>
                <a:pathLst>
                  <a:path extrusionOk="0" h="159" w="158">
                    <a:moveTo>
                      <a:pt x="104" y="59"/>
                    </a:moveTo>
                    <a:lnTo>
                      <a:pt x="154" y="74"/>
                    </a:lnTo>
                    <a:cubicBezTo>
                      <a:pt x="159" y="75"/>
                      <a:pt x="159" y="83"/>
                      <a:pt x="154" y="84"/>
                    </a:cubicBezTo>
                    <a:lnTo>
                      <a:pt x="104" y="98"/>
                    </a:lnTo>
                    <a:cubicBezTo>
                      <a:pt x="103" y="99"/>
                      <a:pt x="101" y="100"/>
                      <a:pt x="101" y="102"/>
                    </a:cubicBezTo>
                    <a:lnTo>
                      <a:pt x="84" y="155"/>
                    </a:lnTo>
                    <a:cubicBezTo>
                      <a:pt x="83" y="160"/>
                      <a:pt x="75" y="161"/>
                      <a:pt x="74" y="155"/>
                    </a:cubicBezTo>
                    <a:lnTo>
                      <a:pt x="57" y="107"/>
                    </a:lnTo>
                    <a:cubicBezTo>
                      <a:pt x="57" y="105"/>
                      <a:pt x="56" y="104"/>
                      <a:pt x="54" y="104"/>
                    </a:cubicBezTo>
                    <a:lnTo>
                      <a:pt x="3" y="85"/>
                    </a:lnTo>
                    <a:cubicBezTo>
                      <a:pt x="-2" y="83"/>
                      <a:pt x="-2" y="76"/>
                      <a:pt x="3" y="74"/>
                    </a:cubicBezTo>
                    <a:lnTo>
                      <a:pt x="55" y="59"/>
                    </a:lnTo>
                    <a:cubicBezTo>
                      <a:pt x="57" y="59"/>
                      <a:pt x="59" y="57"/>
                      <a:pt x="59" y="56"/>
                    </a:cubicBezTo>
                    <a:lnTo>
                      <a:pt x="74" y="4"/>
                    </a:lnTo>
                    <a:cubicBezTo>
                      <a:pt x="76" y="-1"/>
                      <a:pt x="83" y="-1"/>
                      <a:pt x="85" y="4"/>
                    </a:cubicBezTo>
                    <a:lnTo>
                      <a:pt x="101" y="55"/>
                    </a:lnTo>
                    <a:cubicBezTo>
                      <a:pt x="101" y="57"/>
                      <a:pt x="103" y="58"/>
                      <a:pt x="104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7" name="Google Shape;367;p29"/>
            <p:cNvGrpSpPr/>
            <p:nvPr/>
          </p:nvGrpSpPr>
          <p:grpSpPr>
            <a:xfrm>
              <a:off x="9361201" y="124335"/>
              <a:ext cx="1787204" cy="1867799"/>
              <a:chOff x="9361201" y="124335"/>
              <a:chExt cx="1787204" cy="1867799"/>
            </a:xfrm>
          </p:grpSpPr>
          <p:sp>
            <p:nvSpPr>
              <p:cNvPr id="368" name="Google Shape;368;p29"/>
              <p:cNvSpPr/>
              <p:nvPr/>
            </p:nvSpPr>
            <p:spPr>
              <a:xfrm>
                <a:off x="10191176" y="124335"/>
                <a:ext cx="247437" cy="248851"/>
              </a:xfrm>
              <a:custGeom>
                <a:rect b="b" l="l" r="r" t="t"/>
                <a:pathLst>
                  <a:path extrusionOk="0" h="176" w="175">
                    <a:moveTo>
                      <a:pt x="87" y="176"/>
                    </a:moveTo>
                    <a:cubicBezTo>
                      <a:pt x="39" y="176"/>
                      <a:pt x="0" y="136"/>
                      <a:pt x="0" y="88"/>
                    </a:cubicBezTo>
                    <a:cubicBezTo>
                      <a:pt x="0" y="40"/>
                      <a:pt x="39" y="0"/>
                      <a:pt x="87" y="0"/>
                    </a:cubicBezTo>
                    <a:cubicBezTo>
                      <a:pt x="136" y="0"/>
                      <a:pt x="175" y="40"/>
                      <a:pt x="175" y="88"/>
                    </a:cubicBezTo>
                    <a:cubicBezTo>
                      <a:pt x="175" y="136"/>
                      <a:pt x="136" y="176"/>
                      <a:pt x="87" y="176"/>
                    </a:cubicBezTo>
                    <a:moveTo>
                      <a:pt x="87" y="13"/>
                    </a:moveTo>
                    <a:cubicBezTo>
                      <a:pt x="46" y="13"/>
                      <a:pt x="13" y="47"/>
                      <a:pt x="13" y="88"/>
                    </a:cubicBezTo>
                    <a:cubicBezTo>
                      <a:pt x="13" y="129"/>
                      <a:pt x="46" y="163"/>
                      <a:pt x="87" y="163"/>
                    </a:cubicBezTo>
                    <a:cubicBezTo>
                      <a:pt x="129" y="163"/>
                      <a:pt x="162" y="129"/>
                      <a:pt x="162" y="88"/>
                    </a:cubicBezTo>
                    <a:cubicBezTo>
                      <a:pt x="162" y="47"/>
                      <a:pt x="129" y="13"/>
                      <a:pt x="87" y="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9"/>
              <p:cNvSpPr/>
              <p:nvPr/>
            </p:nvSpPr>
            <p:spPr>
              <a:xfrm>
                <a:off x="9361201" y="1739042"/>
                <a:ext cx="233298" cy="233298"/>
              </a:xfrm>
              <a:custGeom>
                <a:rect b="b" l="l" r="r" t="t"/>
                <a:pathLst>
                  <a:path extrusionOk="0" h="165" w="165">
                    <a:moveTo>
                      <a:pt x="83" y="165"/>
                    </a:moveTo>
                    <a:cubicBezTo>
                      <a:pt x="37" y="165"/>
                      <a:pt x="0" y="127"/>
                      <a:pt x="0" y="82"/>
                    </a:cubicBezTo>
                    <a:cubicBezTo>
                      <a:pt x="0" y="36"/>
                      <a:pt x="38" y="0"/>
                      <a:pt x="83" y="0"/>
                    </a:cubicBezTo>
                    <a:cubicBezTo>
                      <a:pt x="129" y="0"/>
                      <a:pt x="165" y="36"/>
                      <a:pt x="165" y="82"/>
                    </a:cubicBezTo>
                    <a:cubicBezTo>
                      <a:pt x="165" y="127"/>
                      <a:pt x="128" y="165"/>
                      <a:pt x="83" y="165"/>
                    </a:cubicBezTo>
                    <a:moveTo>
                      <a:pt x="83" y="13"/>
                    </a:moveTo>
                    <a:cubicBezTo>
                      <a:pt x="45" y="13"/>
                      <a:pt x="14" y="44"/>
                      <a:pt x="14" y="82"/>
                    </a:cubicBezTo>
                    <a:cubicBezTo>
                      <a:pt x="14" y="120"/>
                      <a:pt x="45" y="151"/>
                      <a:pt x="83" y="151"/>
                    </a:cubicBezTo>
                    <a:cubicBezTo>
                      <a:pt x="121" y="151"/>
                      <a:pt x="152" y="120"/>
                      <a:pt x="152" y="82"/>
                    </a:cubicBezTo>
                    <a:cubicBezTo>
                      <a:pt x="152" y="44"/>
                      <a:pt x="121" y="13"/>
                      <a:pt x="83" y="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9"/>
              <p:cNvSpPr/>
              <p:nvPr/>
            </p:nvSpPr>
            <p:spPr>
              <a:xfrm>
                <a:off x="10915106" y="1758837"/>
                <a:ext cx="233298" cy="233298"/>
              </a:xfrm>
              <a:custGeom>
                <a:rect b="b" l="l" r="r" t="t"/>
                <a:pathLst>
                  <a:path extrusionOk="0" h="165" w="165">
                    <a:moveTo>
                      <a:pt x="82" y="165"/>
                    </a:moveTo>
                    <a:cubicBezTo>
                      <a:pt x="37" y="165"/>
                      <a:pt x="0" y="127"/>
                      <a:pt x="0" y="82"/>
                    </a:cubicBezTo>
                    <a:cubicBezTo>
                      <a:pt x="0" y="36"/>
                      <a:pt x="37" y="0"/>
                      <a:pt x="82" y="0"/>
                    </a:cubicBezTo>
                    <a:cubicBezTo>
                      <a:pt x="128" y="0"/>
                      <a:pt x="165" y="36"/>
                      <a:pt x="165" y="82"/>
                    </a:cubicBezTo>
                    <a:cubicBezTo>
                      <a:pt x="165" y="127"/>
                      <a:pt x="128" y="165"/>
                      <a:pt x="82" y="165"/>
                    </a:cubicBezTo>
                    <a:moveTo>
                      <a:pt x="82" y="13"/>
                    </a:moveTo>
                    <a:cubicBezTo>
                      <a:pt x="44" y="13"/>
                      <a:pt x="13" y="44"/>
                      <a:pt x="13" y="82"/>
                    </a:cubicBezTo>
                    <a:cubicBezTo>
                      <a:pt x="13" y="120"/>
                      <a:pt x="44" y="151"/>
                      <a:pt x="82" y="151"/>
                    </a:cubicBezTo>
                    <a:cubicBezTo>
                      <a:pt x="120" y="151"/>
                      <a:pt x="151" y="120"/>
                      <a:pt x="151" y="82"/>
                    </a:cubicBezTo>
                    <a:cubicBezTo>
                      <a:pt x="151" y="44"/>
                      <a:pt x="120" y="13"/>
                      <a:pt x="82" y="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1" name="Google Shape;371;p29"/>
          <p:cNvSpPr/>
          <p:nvPr/>
        </p:nvSpPr>
        <p:spPr>
          <a:xfrm rot="207445">
            <a:off x="302440" y="3964243"/>
            <a:ext cx="288525" cy="288525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372" name="Google Shape;372;p29"/>
          <p:cNvSpPr/>
          <p:nvPr/>
        </p:nvSpPr>
        <p:spPr>
          <a:xfrm rot="938434">
            <a:off x="8560765" y="1379283"/>
            <a:ext cx="395027" cy="360083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 Medium"/>
              <a:buNone/>
              <a:defRPr sz="3000">
                <a:solidFill>
                  <a:schemeClr val="dk1"/>
                </a:solidFill>
                <a:latin typeface="Montserrat Alternates Medium"/>
                <a:ea typeface="Montserrat Alternates Medium"/>
                <a:cs typeface="Montserrat Alternates Medium"/>
                <a:sym typeface="Montserrat Alternate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●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○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■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●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○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■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●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○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lengo"/>
              <a:buChar char="■"/>
              <a:defRPr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 txBox="1"/>
          <p:nvPr>
            <p:ph type="ctrTitle"/>
          </p:nvPr>
        </p:nvSpPr>
        <p:spPr>
          <a:xfrm>
            <a:off x="603575" y="802925"/>
            <a:ext cx="4700700" cy="21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1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Computational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Thinking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8" name="Google Shape;378;p30"/>
          <p:cNvSpPr txBox="1"/>
          <p:nvPr>
            <p:ph idx="1" type="subTitle"/>
          </p:nvPr>
        </p:nvSpPr>
        <p:spPr>
          <a:xfrm>
            <a:off x="490625" y="2990375"/>
            <a:ext cx="49266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" sz="1800"/>
              <a:t>INTRO TO PYTHON AND </a:t>
            </a:r>
            <a:r>
              <a:rPr lang="en" sz="1800"/>
              <a:t>BIOINFORMATICS</a:t>
            </a:r>
            <a:r>
              <a:rPr lang="en" sz="1800"/>
              <a:t> </a:t>
            </a:r>
            <a:endParaRPr sz="1800"/>
          </a:p>
        </p:txBody>
      </p:sp>
      <p:grpSp>
        <p:nvGrpSpPr>
          <p:cNvPr id="379" name="Google Shape;379;p30"/>
          <p:cNvGrpSpPr/>
          <p:nvPr/>
        </p:nvGrpSpPr>
        <p:grpSpPr>
          <a:xfrm>
            <a:off x="6901131" y="1190632"/>
            <a:ext cx="1331914" cy="1331784"/>
            <a:chOff x="5931729" y="2284967"/>
            <a:chExt cx="1299175" cy="1299175"/>
          </a:xfrm>
        </p:grpSpPr>
        <p:sp>
          <p:nvSpPr>
            <p:cNvPr id="380" name="Google Shape;380;p30"/>
            <p:cNvSpPr/>
            <p:nvPr/>
          </p:nvSpPr>
          <p:spPr>
            <a:xfrm>
              <a:off x="5931729" y="2284967"/>
              <a:ext cx="1299175" cy="1299175"/>
            </a:xfrm>
            <a:custGeom>
              <a:rect b="b" l="l" r="r" t="t"/>
              <a:pathLst>
                <a:path extrusionOk="0" h="1987" w="1987">
                  <a:moveTo>
                    <a:pt x="993" y="1987"/>
                  </a:moveTo>
                  <a:cubicBezTo>
                    <a:pt x="942" y="1987"/>
                    <a:pt x="890" y="1984"/>
                    <a:pt x="839" y="1976"/>
                  </a:cubicBezTo>
                  <a:cubicBezTo>
                    <a:pt x="735" y="1959"/>
                    <a:pt x="635" y="1927"/>
                    <a:pt x="541" y="1879"/>
                  </a:cubicBezTo>
                  <a:cubicBezTo>
                    <a:pt x="380" y="1796"/>
                    <a:pt x="245" y="1672"/>
                    <a:pt x="150" y="1519"/>
                  </a:cubicBezTo>
                  <a:cubicBezTo>
                    <a:pt x="51" y="1362"/>
                    <a:pt x="0" y="1180"/>
                    <a:pt x="0" y="994"/>
                  </a:cubicBezTo>
                  <a:cubicBezTo>
                    <a:pt x="0" y="867"/>
                    <a:pt x="23" y="743"/>
                    <a:pt x="70" y="626"/>
                  </a:cubicBezTo>
                  <a:cubicBezTo>
                    <a:pt x="160" y="400"/>
                    <a:pt x="329" y="216"/>
                    <a:pt x="546" y="106"/>
                  </a:cubicBezTo>
                  <a:cubicBezTo>
                    <a:pt x="685" y="36"/>
                    <a:pt x="836" y="0"/>
                    <a:pt x="993" y="0"/>
                  </a:cubicBezTo>
                  <a:cubicBezTo>
                    <a:pt x="1164" y="0"/>
                    <a:pt x="1333" y="44"/>
                    <a:pt x="1481" y="128"/>
                  </a:cubicBezTo>
                  <a:cubicBezTo>
                    <a:pt x="1625" y="209"/>
                    <a:pt x="1747" y="326"/>
                    <a:pt x="1835" y="466"/>
                  </a:cubicBezTo>
                  <a:cubicBezTo>
                    <a:pt x="1896" y="563"/>
                    <a:pt x="1939" y="669"/>
                    <a:pt x="1964" y="781"/>
                  </a:cubicBezTo>
                  <a:cubicBezTo>
                    <a:pt x="1964" y="782"/>
                    <a:pt x="1965" y="784"/>
                    <a:pt x="1965" y="786"/>
                  </a:cubicBezTo>
                  <a:cubicBezTo>
                    <a:pt x="1971" y="813"/>
                    <a:pt x="1975" y="841"/>
                    <a:pt x="1979" y="869"/>
                  </a:cubicBezTo>
                  <a:cubicBezTo>
                    <a:pt x="1981" y="884"/>
                    <a:pt x="1982" y="899"/>
                    <a:pt x="1983" y="913"/>
                  </a:cubicBezTo>
                  <a:cubicBezTo>
                    <a:pt x="1986" y="939"/>
                    <a:pt x="1987" y="966"/>
                    <a:pt x="1987" y="994"/>
                  </a:cubicBezTo>
                  <a:cubicBezTo>
                    <a:pt x="1987" y="1177"/>
                    <a:pt x="1936" y="1357"/>
                    <a:pt x="1841" y="1513"/>
                  </a:cubicBezTo>
                  <a:lnTo>
                    <a:pt x="1839" y="1516"/>
                  </a:lnTo>
                  <a:cubicBezTo>
                    <a:pt x="1822" y="1542"/>
                    <a:pt x="1804" y="1569"/>
                    <a:pt x="1785" y="1594"/>
                  </a:cubicBezTo>
                  <a:cubicBezTo>
                    <a:pt x="1694" y="1713"/>
                    <a:pt x="1576" y="1812"/>
                    <a:pt x="1442" y="1880"/>
                  </a:cubicBezTo>
                  <a:cubicBezTo>
                    <a:pt x="1303" y="1951"/>
                    <a:pt x="1151" y="1987"/>
                    <a:pt x="993" y="19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5956575" y="2309813"/>
              <a:ext cx="1249483" cy="1249483"/>
            </a:xfrm>
            <a:custGeom>
              <a:rect b="b" l="l" r="r" t="t"/>
              <a:pathLst>
                <a:path extrusionOk="0" h="1911" w="1911">
                  <a:moveTo>
                    <a:pt x="1911" y="956"/>
                  </a:moveTo>
                  <a:cubicBezTo>
                    <a:pt x="1911" y="1124"/>
                    <a:pt x="1867" y="1289"/>
                    <a:pt x="1783" y="1434"/>
                  </a:cubicBezTo>
                  <a:cubicBezTo>
                    <a:pt x="1699" y="1580"/>
                    <a:pt x="1578" y="1699"/>
                    <a:pt x="1433" y="1783"/>
                  </a:cubicBezTo>
                  <a:cubicBezTo>
                    <a:pt x="1288" y="1867"/>
                    <a:pt x="1123" y="1911"/>
                    <a:pt x="955" y="1911"/>
                  </a:cubicBezTo>
                  <a:cubicBezTo>
                    <a:pt x="788" y="1911"/>
                    <a:pt x="624" y="1867"/>
                    <a:pt x="478" y="1783"/>
                  </a:cubicBezTo>
                  <a:cubicBezTo>
                    <a:pt x="333" y="1699"/>
                    <a:pt x="212" y="1580"/>
                    <a:pt x="128" y="1434"/>
                  </a:cubicBezTo>
                  <a:cubicBezTo>
                    <a:pt x="44" y="1289"/>
                    <a:pt x="0" y="1124"/>
                    <a:pt x="0" y="956"/>
                  </a:cubicBezTo>
                  <a:cubicBezTo>
                    <a:pt x="0" y="788"/>
                    <a:pt x="44" y="623"/>
                    <a:pt x="128" y="478"/>
                  </a:cubicBezTo>
                  <a:cubicBezTo>
                    <a:pt x="212" y="333"/>
                    <a:pt x="333" y="212"/>
                    <a:pt x="478" y="128"/>
                  </a:cubicBezTo>
                  <a:cubicBezTo>
                    <a:pt x="624" y="45"/>
                    <a:pt x="788" y="0"/>
                    <a:pt x="955" y="0"/>
                  </a:cubicBezTo>
                  <a:cubicBezTo>
                    <a:pt x="1123" y="0"/>
                    <a:pt x="1288" y="45"/>
                    <a:pt x="1433" y="128"/>
                  </a:cubicBezTo>
                  <a:cubicBezTo>
                    <a:pt x="1578" y="212"/>
                    <a:pt x="1699" y="333"/>
                    <a:pt x="1783" y="478"/>
                  </a:cubicBezTo>
                  <a:cubicBezTo>
                    <a:pt x="1867" y="623"/>
                    <a:pt x="1911" y="788"/>
                    <a:pt x="1911" y="9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6210264" y="2453003"/>
              <a:ext cx="793759" cy="830374"/>
            </a:xfrm>
            <a:custGeom>
              <a:rect b="b" l="l" r="r" t="t"/>
              <a:pathLst>
                <a:path extrusionOk="0" h="1270" w="1214">
                  <a:moveTo>
                    <a:pt x="1213" y="626"/>
                  </a:moveTo>
                  <a:cubicBezTo>
                    <a:pt x="1208" y="504"/>
                    <a:pt x="1130" y="419"/>
                    <a:pt x="1130" y="419"/>
                  </a:cubicBezTo>
                  <a:cubicBezTo>
                    <a:pt x="1130" y="419"/>
                    <a:pt x="1161" y="344"/>
                    <a:pt x="1099" y="271"/>
                  </a:cubicBezTo>
                  <a:cubicBezTo>
                    <a:pt x="1047" y="211"/>
                    <a:pt x="1000" y="209"/>
                    <a:pt x="1000" y="209"/>
                  </a:cubicBezTo>
                  <a:cubicBezTo>
                    <a:pt x="1000" y="209"/>
                    <a:pt x="995" y="48"/>
                    <a:pt x="827" y="9"/>
                  </a:cubicBezTo>
                  <a:cubicBezTo>
                    <a:pt x="724" y="-14"/>
                    <a:pt x="649" y="11"/>
                    <a:pt x="607" y="35"/>
                  </a:cubicBezTo>
                  <a:cubicBezTo>
                    <a:pt x="564" y="11"/>
                    <a:pt x="489" y="-14"/>
                    <a:pt x="387" y="9"/>
                  </a:cubicBezTo>
                  <a:cubicBezTo>
                    <a:pt x="218" y="48"/>
                    <a:pt x="213" y="209"/>
                    <a:pt x="213" y="209"/>
                  </a:cubicBezTo>
                  <a:cubicBezTo>
                    <a:pt x="213" y="209"/>
                    <a:pt x="169" y="214"/>
                    <a:pt x="114" y="271"/>
                  </a:cubicBezTo>
                  <a:cubicBezTo>
                    <a:pt x="60" y="328"/>
                    <a:pt x="83" y="419"/>
                    <a:pt x="83" y="419"/>
                  </a:cubicBezTo>
                  <a:cubicBezTo>
                    <a:pt x="83" y="419"/>
                    <a:pt x="6" y="504"/>
                    <a:pt x="0" y="626"/>
                  </a:cubicBezTo>
                  <a:cubicBezTo>
                    <a:pt x="-5" y="748"/>
                    <a:pt x="73" y="784"/>
                    <a:pt x="73" y="784"/>
                  </a:cubicBezTo>
                  <a:cubicBezTo>
                    <a:pt x="73" y="784"/>
                    <a:pt x="9" y="864"/>
                    <a:pt x="60" y="993"/>
                  </a:cubicBezTo>
                  <a:cubicBezTo>
                    <a:pt x="96" y="1085"/>
                    <a:pt x="215" y="1108"/>
                    <a:pt x="215" y="1108"/>
                  </a:cubicBezTo>
                  <a:cubicBezTo>
                    <a:pt x="215" y="1108"/>
                    <a:pt x="272" y="1222"/>
                    <a:pt x="418" y="1261"/>
                  </a:cubicBezTo>
                  <a:cubicBezTo>
                    <a:pt x="508" y="1285"/>
                    <a:pt x="572" y="1256"/>
                    <a:pt x="607" y="1230"/>
                  </a:cubicBezTo>
                  <a:cubicBezTo>
                    <a:pt x="641" y="1256"/>
                    <a:pt x="705" y="1285"/>
                    <a:pt x="796" y="1261"/>
                  </a:cubicBezTo>
                  <a:cubicBezTo>
                    <a:pt x="941" y="1222"/>
                    <a:pt x="983" y="1105"/>
                    <a:pt x="983" y="1105"/>
                  </a:cubicBezTo>
                  <a:cubicBezTo>
                    <a:pt x="983" y="1105"/>
                    <a:pt x="1105" y="1108"/>
                    <a:pt x="1152" y="981"/>
                  </a:cubicBezTo>
                  <a:cubicBezTo>
                    <a:pt x="1192" y="872"/>
                    <a:pt x="1140" y="784"/>
                    <a:pt x="1140" y="784"/>
                  </a:cubicBezTo>
                  <a:cubicBezTo>
                    <a:pt x="1140" y="784"/>
                    <a:pt x="1218" y="748"/>
                    <a:pt x="1213" y="6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6206341" y="2583771"/>
              <a:ext cx="190921" cy="595646"/>
            </a:xfrm>
            <a:custGeom>
              <a:rect b="b" l="l" r="r" t="t"/>
              <a:pathLst>
                <a:path extrusionOk="0" h="911" w="292">
                  <a:moveTo>
                    <a:pt x="282" y="885"/>
                  </a:moveTo>
                  <a:cubicBezTo>
                    <a:pt x="279" y="887"/>
                    <a:pt x="206" y="937"/>
                    <a:pt x="108" y="839"/>
                  </a:cubicBezTo>
                  <a:cubicBezTo>
                    <a:pt x="16" y="747"/>
                    <a:pt x="74" y="610"/>
                    <a:pt x="83" y="589"/>
                  </a:cubicBezTo>
                  <a:cubicBezTo>
                    <a:pt x="96" y="597"/>
                    <a:pt x="106" y="600"/>
                    <a:pt x="106" y="600"/>
                  </a:cubicBezTo>
                  <a:cubicBezTo>
                    <a:pt x="107" y="600"/>
                    <a:pt x="107" y="600"/>
                    <a:pt x="108" y="600"/>
                  </a:cubicBezTo>
                  <a:cubicBezTo>
                    <a:pt x="110" y="600"/>
                    <a:pt x="113" y="599"/>
                    <a:pt x="114" y="596"/>
                  </a:cubicBezTo>
                  <a:cubicBezTo>
                    <a:pt x="115" y="593"/>
                    <a:pt x="113" y="589"/>
                    <a:pt x="109" y="588"/>
                  </a:cubicBezTo>
                  <a:cubicBezTo>
                    <a:pt x="108" y="588"/>
                    <a:pt x="15" y="560"/>
                    <a:pt x="13" y="426"/>
                  </a:cubicBezTo>
                  <a:cubicBezTo>
                    <a:pt x="10" y="288"/>
                    <a:pt x="92" y="224"/>
                    <a:pt x="93" y="224"/>
                  </a:cubicBezTo>
                  <a:cubicBezTo>
                    <a:pt x="95" y="222"/>
                    <a:pt x="96" y="220"/>
                    <a:pt x="95" y="217"/>
                  </a:cubicBezTo>
                  <a:cubicBezTo>
                    <a:pt x="95" y="216"/>
                    <a:pt x="72" y="130"/>
                    <a:pt x="138" y="63"/>
                  </a:cubicBezTo>
                  <a:cubicBezTo>
                    <a:pt x="196" y="4"/>
                    <a:pt x="252" y="13"/>
                    <a:pt x="252" y="13"/>
                  </a:cubicBezTo>
                  <a:cubicBezTo>
                    <a:pt x="256" y="14"/>
                    <a:pt x="259" y="11"/>
                    <a:pt x="259" y="8"/>
                  </a:cubicBezTo>
                  <a:cubicBezTo>
                    <a:pt x="260" y="5"/>
                    <a:pt x="258" y="1"/>
                    <a:pt x="255" y="1"/>
                  </a:cubicBezTo>
                  <a:cubicBezTo>
                    <a:pt x="252" y="0"/>
                    <a:pt x="192" y="-10"/>
                    <a:pt x="129" y="54"/>
                  </a:cubicBezTo>
                  <a:cubicBezTo>
                    <a:pt x="66" y="119"/>
                    <a:pt x="78" y="198"/>
                    <a:pt x="83" y="216"/>
                  </a:cubicBezTo>
                  <a:cubicBezTo>
                    <a:pt x="66" y="230"/>
                    <a:pt x="-2" y="295"/>
                    <a:pt x="0" y="426"/>
                  </a:cubicBezTo>
                  <a:cubicBezTo>
                    <a:pt x="2" y="516"/>
                    <a:pt x="43" y="561"/>
                    <a:pt x="73" y="583"/>
                  </a:cubicBezTo>
                  <a:cubicBezTo>
                    <a:pt x="65" y="599"/>
                    <a:pt x="-1" y="748"/>
                    <a:pt x="100" y="848"/>
                  </a:cubicBezTo>
                  <a:cubicBezTo>
                    <a:pt x="150" y="898"/>
                    <a:pt x="195" y="911"/>
                    <a:pt x="229" y="911"/>
                  </a:cubicBezTo>
                  <a:cubicBezTo>
                    <a:pt x="266" y="911"/>
                    <a:pt x="289" y="896"/>
                    <a:pt x="289" y="895"/>
                  </a:cubicBezTo>
                  <a:cubicBezTo>
                    <a:pt x="292" y="893"/>
                    <a:pt x="293" y="889"/>
                    <a:pt x="291" y="887"/>
                  </a:cubicBezTo>
                  <a:cubicBezTo>
                    <a:pt x="289" y="884"/>
                    <a:pt x="285" y="883"/>
                    <a:pt x="282" y="8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6335147" y="2951227"/>
              <a:ext cx="242574" cy="156267"/>
            </a:xfrm>
            <a:custGeom>
              <a:rect b="b" l="l" r="r" t="t"/>
              <a:pathLst>
                <a:path extrusionOk="0" h="239" w="371">
                  <a:moveTo>
                    <a:pt x="362" y="184"/>
                  </a:moveTo>
                  <a:cubicBezTo>
                    <a:pt x="336" y="196"/>
                    <a:pt x="305" y="196"/>
                    <a:pt x="279" y="184"/>
                  </a:cubicBezTo>
                  <a:cubicBezTo>
                    <a:pt x="245" y="168"/>
                    <a:pt x="225" y="137"/>
                    <a:pt x="203" y="103"/>
                  </a:cubicBezTo>
                  <a:cubicBezTo>
                    <a:pt x="186" y="79"/>
                    <a:pt x="170" y="53"/>
                    <a:pt x="147" y="34"/>
                  </a:cubicBezTo>
                  <a:cubicBezTo>
                    <a:pt x="109" y="2"/>
                    <a:pt x="52" y="-9"/>
                    <a:pt x="4" y="6"/>
                  </a:cubicBezTo>
                  <a:cubicBezTo>
                    <a:pt x="1" y="7"/>
                    <a:pt x="-1" y="10"/>
                    <a:pt x="0" y="13"/>
                  </a:cubicBezTo>
                  <a:cubicBezTo>
                    <a:pt x="1" y="17"/>
                    <a:pt x="5" y="18"/>
                    <a:pt x="8" y="17"/>
                  </a:cubicBezTo>
                  <a:cubicBezTo>
                    <a:pt x="52" y="3"/>
                    <a:pt x="104" y="14"/>
                    <a:pt x="139" y="44"/>
                  </a:cubicBezTo>
                  <a:cubicBezTo>
                    <a:pt x="150" y="53"/>
                    <a:pt x="159" y="64"/>
                    <a:pt x="168" y="75"/>
                  </a:cubicBezTo>
                  <a:cubicBezTo>
                    <a:pt x="168" y="76"/>
                    <a:pt x="169" y="77"/>
                    <a:pt x="169" y="78"/>
                  </a:cubicBezTo>
                  <a:cubicBezTo>
                    <a:pt x="180" y="95"/>
                    <a:pt x="182" y="118"/>
                    <a:pt x="175" y="147"/>
                  </a:cubicBezTo>
                  <a:cubicBezTo>
                    <a:pt x="171" y="164"/>
                    <a:pt x="167" y="177"/>
                    <a:pt x="160" y="188"/>
                  </a:cubicBezTo>
                  <a:cubicBezTo>
                    <a:pt x="143" y="214"/>
                    <a:pt x="112" y="229"/>
                    <a:pt x="81" y="227"/>
                  </a:cubicBezTo>
                  <a:cubicBezTo>
                    <a:pt x="78" y="226"/>
                    <a:pt x="75" y="229"/>
                    <a:pt x="75" y="232"/>
                  </a:cubicBezTo>
                  <a:cubicBezTo>
                    <a:pt x="74" y="236"/>
                    <a:pt x="77" y="239"/>
                    <a:pt x="80" y="239"/>
                  </a:cubicBezTo>
                  <a:cubicBezTo>
                    <a:pt x="83" y="239"/>
                    <a:pt x="85" y="239"/>
                    <a:pt x="88" y="239"/>
                  </a:cubicBezTo>
                  <a:cubicBezTo>
                    <a:pt x="120" y="239"/>
                    <a:pt x="153" y="222"/>
                    <a:pt x="170" y="194"/>
                  </a:cubicBezTo>
                  <a:cubicBezTo>
                    <a:pt x="178" y="182"/>
                    <a:pt x="183" y="168"/>
                    <a:pt x="187" y="149"/>
                  </a:cubicBezTo>
                  <a:cubicBezTo>
                    <a:pt x="191" y="134"/>
                    <a:pt x="192" y="120"/>
                    <a:pt x="191" y="107"/>
                  </a:cubicBezTo>
                  <a:cubicBezTo>
                    <a:pt x="191" y="108"/>
                    <a:pt x="192" y="109"/>
                    <a:pt x="192" y="110"/>
                  </a:cubicBezTo>
                  <a:cubicBezTo>
                    <a:pt x="214" y="143"/>
                    <a:pt x="237" y="177"/>
                    <a:pt x="274" y="195"/>
                  </a:cubicBezTo>
                  <a:cubicBezTo>
                    <a:pt x="288" y="202"/>
                    <a:pt x="305" y="205"/>
                    <a:pt x="321" y="205"/>
                  </a:cubicBezTo>
                  <a:cubicBezTo>
                    <a:pt x="337" y="205"/>
                    <a:pt x="352" y="202"/>
                    <a:pt x="367" y="195"/>
                  </a:cubicBezTo>
                  <a:cubicBezTo>
                    <a:pt x="370" y="194"/>
                    <a:pt x="371" y="190"/>
                    <a:pt x="370" y="187"/>
                  </a:cubicBezTo>
                  <a:cubicBezTo>
                    <a:pt x="369" y="184"/>
                    <a:pt x="365" y="183"/>
                    <a:pt x="362" y="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1025" lIns="90000" spcFirstLastPara="1" rIns="90000" wrap="square" tIns="41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6317493" y="2708654"/>
              <a:ext cx="220997" cy="190921"/>
            </a:xfrm>
            <a:custGeom>
              <a:rect b="b" l="l" r="r" t="t"/>
              <a:pathLst>
                <a:path extrusionOk="0" h="292" w="338">
                  <a:moveTo>
                    <a:pt x="50" y="2"/>
                  </a:moveTo>
                  <a:cubicBezTo>
                    <a:pt x="49" y="0"/>
                    <a:pt x="45" y="-1"/>
                    <a:pt x="42" y="0"/>
                  </a:cubicBezTo>
                  <a:cubicBezTo>
                    <a:pt x="39" y="2"/>
                    <a:pt x="38" y="6"/>
                    <a:pt x="40" y="8"/>
                  </a:cubicBezTo>
                  <a:cubicBezTo>
                    <a:pt x="59" y="43"/>
                    <a:pt x="94" y="70"/>
                    <a:pt x="136" y="84"/>
                  </a:cubicBezTo>
                  <a:cubicBezTo>
                    <a:pt x="155" y="90"/>
                    <a:pt x="174" y="93"/>
                    <a:pt x="196" y="95"/>
                  </a:cubicBezTo>
                  <a:cubicBezTo>
                    <a:pt x="172" y="138"/>
                    <a:pt x="133" y="172"/>
                    <a:pt x="88" y="190"/>
                  </a:cubicBezTo>
                  <a:cubicBezTo>
                    <a:pt x="86" y="190"/>
                    <a:pt x="84" y="191"/>
                    <a:pt x="83" y="192"/>
                  </a:cubicBezTo>
                  <a:cubicBezTo>
                    <a:pt x="73" y="196"/>
                    <a:pt x="63" y="199"/>
                    <a:pt x="52" y="201"/>
                  </a:cubicBezTo>
                  <a:cubicBezTo>
                    <a:pt x="33" y="205"/>
                    <a:pt x="19" y="205"/>
                    <a:pt x="8" y="200"/>
                  </a:cubicBezTo>
                  <a:cubicBezTo>
                    <a:pt x="5" y="199"/>
                    <a:pt x="1" y="200"/>
                    <a:pt x="0" y="203"/>
                  </a:cubicBezTo>
                  <a:cubicBezTo>
                    <a:pt x="-1" y="207"/>
                    <a:pt x="0" y="210"/>
                    <a:pt x="3" y="211"/>
                  </a:cubicBezTo>
                  <a:cubicBezTo>
                    <a:pt x="12" y="215"/>
                    <a:pt x="21" y="216"/>
                    <a:pt x="29" y="216"/>
                  </a:cubicBezTo>
                  <a:cubicBezTo>
                    <a:pt x="39" y="216"/>
                    <a:pt x="47" y="215"/>
                    <a:pt x="54" y="213"/>
                  </a:cubicBezTo>
                  <a:cubicBezTo>
                    <a:pt x="63" y="212"/>
                    <a:pt x="72" y="209"/>
                    <a:pt x="81" y="206"/>
                  </a:cubicBezTo>
                  <a:cubicBezTo>
                    <a:pt x="81" y="239"/>
                    <a:pt x="98" y="272"/>
                    <a:pt x="126" y="291"/>
                  </a:cubicBezTo>
                  <a:cubicBezTo>
                    <a:pt x="127" y="291"/>
                    <a:pt x="128" y="292"/>
                    <a:pt x="129" y="292"/>
                  </a:cubicBezTo>
                  <a:cubicBezTo>
                    <a:pt x="131" y="292"/>
                    <a:pt x="133" y="291"/>
                    <a:pt x="135" y="289"/>
                  </a:cubicBezTo>
                  <a:cubicBezTo>
                    <a:pt x="136" y="286"/>
                    <a:pt x="136" y="282"/>
                    <a:pt x="133" y="280"/>
                  </a:cubicBezTo>
                  <a:cubicBezTo>
                    <a:pt x="107" y="264"/>
                    <a:pt x="92" y="232"/>
                    <a:pt x="93" y="202"/>
                  </a:cubicBezTo>
                  <a:cubicBezTo>
                    <a:pt x="142" y="181"/>
                    <a:pt x="185" y="143"/>
                    <a:pt x="209" y="95"/>
                  </a:cubicBezTo>
                  <a:cubicBezTo>
                    <a:pt x="211" y="95"/>
                    <a:pt x="214" y="96"/>
                    <a:pt x="217" y="96"/>
                  </a:cubicBezTo>
                  <a:cubicBezTo>
                    <a:pt x="230" y="96"/>
                    <a:pt x="244" y="95"/>
                    <a:pt x="258" y="93"/>
                  </a:cubicBezTo>
                  <a:cubicBezTo>
                    <a:pt x="281" y="91"/>
                    <a:pt x="311" y="86"/>
                    <a:pt x="335" y="68"/>
                  </a:cubicBezTo>
                  <a:cubicBezTo>
                    <a:pt x="338" y="66"/>
                    <a:pt x="338" y="63"/>
                    <a:pt x="336" y="60"/>
                  </a:cubicBezTo>
                  <a:cubicBezTo>
                    <a:pt x="334" y="58"/>
                    <a:pt x="331" y="56"/>
                    <a:pt x="328" y="58"/>
                  </a:cubicBezTo>
                  <a:cubicBezTo>
                    <a:pt x="307" y="74"/>
                    <a:pt x="279" y="79"/>
                    <a:pt x="257" y="81"/>
                  </a:cubicBezTo>
                  <a:cubicBezTo>
                    <a:pt x="212" y="86"/>
                    <a:pt x="174" y="83"/>
                    <a:pt x="140" y="72"/>
                  </a:cubicBezTo>
                  <a:cubicBezTo>
                    <a:pt x="101" y="59"/>
                    <a:pt x="68" y="34"/>
                    <a:pt x="5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6429299" y="3191186"/>
              <a:ext cx="120306" cy="34000"/>
            </a:xfrm>
            <a:custGeom>
              <a:rect b="b" l="l" r="r" t="t"/>
              <a:pathLst>
                <a:path extrusionOk="0" h="52" w="184">
                  <a:moveTo>
                    <a:pt x="181" y="1"/>
                  </a:moveTo>
                  <a:cubicBezTo>
                    <a:pt x="178" y="-1"/>
                    <a:pt x="174" y="0"/>
                    <a:pt x="172" y="3"/>
                  </a:cubicBezTo>
                  <a:cubicBezTo>
                    <a:pt x="159" y="22"/>
                    <a:pt x="137" y="35"/>
                    <a:pt x="112" y="39"/>
                  </a:cubicBezTo>
                  <a:cubicBezTo>
                    <a:pt x="90" y="42"/>
                    <a:pt x="65" y="39"/>
                    <a:pt x="39" y="30"/>
                  </a:cubicBezTo>
                  <a:cubicBezTo>
                    <a:pt x="23" y="25"/>
                    <a:pt x="14" y="18"/>
                    <a:pt x="11" y="9"/>
                  </a:cubicBezTo>
                  <a:cubicBezTo>
                    <a:pt x="10" y="6"/>
                    <a:pt x="6" y="5"/>
                    <a:pt x="3" y="6"/>
                  </a:cubicBezTo>
                  <a:cubicBezTo>
                    <a:pt x="0" y="7"/>
                    <a:pt x="-2" y="10"/>
                    <a:pt x="0" y="14"/>
                  </a:cubicBezTo>
                  <a:cubicBezTo>
                    <a:pt x="6" y="30"/>
                    <a:pt x="23" y="37"/>
                    <a:pt x="35" y="42"/>
                  </a:cubicBezTo>
                  <a:cubicBezTo>
                    <a:pt x="55" y="49"/>
                    <a:pt x="75" y="52"/>
                    <a:pt x="93" y="52"/>
                  </a:cubicBezTo>
                  <a:cubicBezTo>
                    <a:pt x="100" y="52"/>
                    <a:pt x="107" y="52"/>
                    <a:pt x="114" y="51"/>
                  </a:cubicBezTo>
                  <a:cubicBezTo>
                    <a:pt x="143" y="46"/>
                    <a:pt x="168" y="31"/>
                    <a:pt x="182" y="10"/>
                  </a:cubicBezTo>
                  <a:cubicBezTo>
                    <a:pt x="184" y="7"/>
                    <a:pt x="184" y="3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6413607" y="2519041"/>
              <a:ext cx="177844" cy="145152"/>
            </a:xfrm>
            <a:custGeom>
              <a:rect b="b" l="l" r="r" t="t"/>
              <a:pathLst>
                <a:path extrusionOk="0" h="222" w="272">
                  <a:moveTo>
                    <a:pt x="4" y="11"/>
                  </a:moveTo>
                  <a:cubicBezTo>
                    <a:pt x="31" y="21"/>
                    <a:pt x="53" y="35"/>
                    <a:pt x="70" y="51"/>
                  </a:cubicBezTo>
                  <a:cubicBezTo>
                    <a:pt x="90" y="70"/>
                    <a:pt x="103" y="93"/>
                    <a:pt x="107" y="116"/>
                  </a:cubicBezTo>
                  <a:cubicBezTo>
                    <a:pt x="68" y="139"/>
                    <a:pt x="34" y="173"/>
                    <a:pt x="13" y="213"/>
                  </a:cubicBezTo>
                  <a:cubicBezTo>
                    <a:pt x="11" y="216"/>
                    <a:pt x="12" y="220"/>
                    <a:pt x="15" y="222"/>
                  </a:cubicBezTo>
                  <a:cubicBezTo>
                    <a:pt x="16" y="222"/>
                    <a:pt x="17" y="222"/>
                    <a:pt x="18" y="222"/>
                  </a:cubicBezTo>
                  <a:cubicBezTo>
                    <a:pt x="20" y="222"/>
                    <a:pt x="23" y="221"/>
                    <a:pt x="24" y="219"/>
                  </a:cubicBezTo>
                  <a:cubicBezTo>
                    <a:pt x="46" y="177"/>
                    <a:pt x="82" y="142"/>
                    <a:pt x="125" y="120"/>
                  </a:cubicBezTo>
                  <a:cubicBezTo>
                    <a:pt x="168" y="99"/>
                    <a:pt x="218" y="91"/>
                    <a:pt x="265" y="99"/>
                  </a:cubicBezTo>
                  <a:cubicBezTo>
                    <a:pt x="268" y="99"/>
                    <a:pt x="271" y="97"/>
                    <a:pt x="272" y="94"/>
                  </a:cubicBezTo>
                  <a:cubicBezTo>
                    <a:pt x="272" y="90"/>
                    <a:pt x="270" y="87"/>
                    <a:pt x="267" y="87"/>
                  </a:cubicBezTo>
                  <a:cubicBezTo>
                    <a:pt x="217" y="79"/>
                    <a:pt x="165" y="87"/>
                    <a:pt x="120" y="109"/>
                  </a:cubicBezTo>
                  <a:cubicBezTo>
                    <a:pt x="119" y="110"/>
                    <a:pt x="119" y="110"/>
                    <a:pt x="118" y="110"/>
                  </a:cubicBezTo>
                  <a:cubicBezTo>
                    <a:pt x="113" y="85"/>
                    <a:pt x="99" y="62"/>
                    <a:pt x="79" y="42"/>
                  </a:cubicBezTo>
                  <a:cubicBezTo>
                    <a:pt x="60" y="25"/>
                    <a:pt x="36" y="10"/>
                    <a:pt x="8" y="0"/>
                  </a:cubicBezTo>
                  <a:cubicBezTo>
                    <a:pt x="5" y="-1"/>
                    <a:pt x="1" y="0"/>
                    <a:pt x="0" y="3"/>
                  </a:cubicBezTo>
                  <a:cubicBezTo>
                    <a:pt x="-1" y="7"/>
                    <a:pt x="1" y="10"/>
                    <a:pt x="4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4900" lIns="90000" spcFirstLastPara="1" rIns="90000" wrap="square" tIns="3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6635912" y="2951227"/>
              <a:ext cx="242574" cy="156267"/>
            </a:xfrm>
            <a:custGeom>
              <a:rect b="b" l="l" r="r" t="t"/>
              <a:pathLst>
                <a:path extrusionOk="0" h="239" w="371">
                  <a:moveTo>
                    <a:pt x="97" y="195"/>
                  </a:moveTo>
                  <a:cubicBezTo>
                    <a:pt x="134" y="178"/>
                    <a:pt x="156" y="143"/>
                    <a:pt x="178" y="110"/>
                  </a:cubicBezTo>
                  <a:cubicBezTo>
                    <a:pt x="178" y="109"/>
                    <a:pt x="179" y="108"/>
                    <a:pt x="180" y="107"/>
                  </a:cubicBezTo>
                  <a:cubicBezTo>
                    <a:pt x="179" y="120"/>
                    <a:pt x="180" y="134"/>
                    <a:pt x="183" y="150"/>
                  </a:cubicBezTo>
                  <a:cubicBezTo>
                    <a:pt x="187" y="168"/>
                    <a:pt x="193" y="183"/>
                    <a:pt x="200" y="195"/>
                  </a:cubicBezTo>
                  <a:cubicBezTo>
                    <a:pt x="218" y="222"/>
                    <a:pt x="250" y="239"/>
                    <a:pt x="282" y="239"/>
                  </a:cubicBezTo>
                  <a:cubicBezTo>
                    <a:pt x="285" y="239"/>
                    <a:pt x="288" y="239"/>
                    <a:pt x="290" y="239"/>
                  </a:cubicBezTo>
                  <a:cubicBezTo>
                    <a:pt x="294" y="239"/>
                    <a:pt x="296" y="236"/>
                    <a:pt x="296" y="232"/>
                  </a:cubicBezTo>
                  <a:cubicBezTo>
                    <a:pt x="296" y="229"/>
                    <a:pt x="292" y="226"/>
                    <a:pt x="289" y="227"/>
                  </a:cubicBezTo>
                  <a:cubicBezTo>
                    <a:pt x="259" y="230"/>
                    <a:pt x="227" y="214"/>
                    <a:pt x="211" y="188"/>
                  </a:cubicBezTo>
                  <a:cubicBezTo>
                    <a:pt x="204" y="177"/>
                    <a:pt x="199" y="164"/>
                    <a:pt x="195" y="147"/>
                  </a:cubicBezTo>
                  <a:cubicBezTo>
                    <a:pt x="189" y="118"/>
                    <a:pt x="191" y="95"/>
                    <a:pt x="201" y="78"/>
                  </a:cubicBezTo>
                  <a:cubicBezTo>
                    <a:pt x="202" y="77"/>
                    <a:pt x="202" y="76"/>
                    <a:pt x="202" y="75"/>
                  </a:cubicBezTo>
                  <a:cubicBezTo>
                    <a:pt x="211" y="64"/>
                    <a:pt x="220" y="53"/>
                    <a:pt x="231" y="44"/>
                  </a:cubicBezTo>
                  <a:cubicBezTo>
                    <a:pt x="267" y="14"/>
                    <a:pt x="318" y="4"/>
                    <a:pt x="362" y="18"/>
                  </a:cubicBezTo>
                  <a:cubicBezTo>
                    <a:pt x="366" y="19"/>
                    <a:pt x="369" y="17"/>
                    <a:pt x="370" y="14"/>
                  </a:cubicBezTo>
                  <a:cubicBezTo>
                    <a:pt x="371" y="10"/>
                    <a:pt x="369" y="7"/>
                    <a:pt x="366" y="6"/>
                  </a:cubicBezTo>
                  <a:cubicBezTo>
                    <a:pt x="318" y="-9"/>
                    <a:pt x="262" y="2"/>
                    <a:pt x="223" y="34"/>
                  </a:cubicBezTo>
                  <a:cubicBezTo>
                    <a:pt x="200" y="54"/>
                    <a:pt x="184" y="79"/>
                    <a:pt x="168" y="103"/>
                  </a:cubicBezTo>
                  <a:cubicBezTo>
                    <a:pt x="146" y="137"/>
                    <a:pt x="125" y="168"/>
                    <a:pt x="91" y="184"/>
                  </a:cubicBezTo>
                  <a:cubicBezTo>
                    <a:pt x="65" y="196"/>
                    <a:pt x="35" y="196"/>
                    <a:pt x="8" y="184"/>
                  </a:cubicBezTo>
                  <a:cubicBezTo>
                    <a:pt x="5" y="183"/>
                    <a:pt x="2" y="184"/>
                    <a:pt x="0" y="187"/>
                  </a:cubicBezTo>
                  <a:cubicBezTo>
                    <a:pt x="-1" y="190"/>
                    <a:pt x="0" y="194"/>
                    <a:pt x="3" y="196"/>
                  </a:cubicBezTo>
                  <a:cubicBezTo>
                    <a:pt x="18" y="202"/>
                    <a:pt x="33" y="205"/>
                    <a:pt x="49" y="205"/>
                  </a:cubicBezTo>
                  <a:cubicBezTo>
                    <a:pt x="66" y="205"/>
                    <a:pt x="82" y="202"/>
                    <a:pt x="97" y="1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1025" lIns="90000" spcFirstLastPara="1" rIns="90000" wrap="square" tIns="41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6490760" y="2471311"/>
              <a:ext cx="232112" cy="789836"/>
            </a:xfrm>
            <a:custGeom>
              <a:rect b="b" l="l" r="r" t="t"/>
              <a:pathLst>
                <a:path extrusionOk="0" h="1208" w="355">
                  <a:moveTo>
                    <a:pt x="246" y="758"/>
                  </a:moveTo>
                  <a:cubicBezTo>
                    <a:pt x="248" y="758"/>
                    <a:pt x="250" y="758"/>
                    <a:pt x="253" y="758"/>
                  </a:cubicBezTo>
                  <a:cubicBezTo>
                    <a:pt x="271" y="758"/>
                    <a:pt x="295" y="755"/>
                    <a:pt x="317" y="741"/>
                  </a:cubicBezTo>
                  <a:cubicBezTo>
                    <a:pt x="339" y="726"/>
                    <a:pt x="354" y="701"/>
                    <a:pt x="355" y="677"/>
                  </a:cubicBezTo>
                  <a:cubicBezTo>
                    <a:pt x="355" y="674"/>
                    <a:pt x="352" y="671"/>
                    <a:pt x="349" y="671"/>
                  </a:cubicBezTo>
                  <a:cubicBezTo>
                    <a:pt x="345" y="670"/>
                    <a:pt x="342" y="673"/>
                    <a:pt x="342" y="677"/>
                  </a:cubicBezTo>
                  <a:cubicBezTo>
                    <a:pt x="342" y="697"/>
                    <a:pt x="329" y="718"/>
                    <a:pt x="310" y="730"/>
                  </a:cubicBezTo>
                  <a:cubicBezTo>
                    <a:pt x="288" y="745"/>
                    <a:pt x="263" y="747"/>
                    <a:pt x="246" y="746"/>
                  </a:cubicBezTo>
                  <a:cubicBezTo>
                    <a:pt x="220" y="745"/>
                    <a:pt x="198" y="735"/>
                    <a:pt x="187" y="719"/>
                  </a:cubicBezTo>
                  <a:cubicBezTo>
                    <a:pt x="187" y="718"/>
                    <a:pt x="185" y="717"/>
                    <a:pt x="184" y="717"/>
                  </a:cubicBezTo>
                  <a:lnTo>
                    <a:pt x="184" y="7"/>
                  </a:lnTo>
                  <a:cubicBezTo>
                    <a:pt x="184" y="3"/>
                    <a:pt x="182" y="0"/>
                    <a:pt x="178" y="0"/>
                  </a:cubicBezTo>
                  <a:cubicBezTo>
                    <a:pt x="175" y="0"/>
                    <a:pt x="171" y="3"/>
                    <a:pt x="171" y="7"/>
                  </a:cubicBezTo>
                  <a:lnTo>
                    <a:pt x="171" y="716"/>
                  </a:lnTo>
                  <a:cubicBezTo>
                    <a:pt x="170" y="717"/>
                    <a:pt x="168" y="718"/>
                    <a:pt x="167" y="719"/>
                  </a:cubicBezTo>
                  <a:cubicBezTo>
                    <a:pt x="156" y="735"/>
                    <a:pt x="135" y="745"/>
                    <a:pt x="108" y="746"/>
                  </a:cubicBezTo>
                  <a:cubicBezTo>
                    <a:pt x="91" y="747"/>
                    <a:pt x="66" y="745"/>
                    <a:pt x="44" y="730"/>
                  </a:cubicBezTo>
                  <a:cubicBezTo>
                    <a:pt x="25" y="718"/>
                    <a:pt x="13" y="697"/>
                    <a:pt x="12" y="677"/>
                  </a:cubicBezTo>
                  <a:cubicBezTo>
                    <a:pt x="12" y="673"/>
                    <a:pt x="9" y="671"/>
                    <a:pt x="6" y="671"/>
                  </a:cubicBezTo>
                  <a:cubicBezTo>
                    <a:pt x="2" y="671"/>
                    <a:pt x="-1" y="674"/>
                    <a:pt x="0" y="677"/>
                  </a:cubicBezTo>
                  <a:cubicBezTo>
                    <a:pt x="0" y="701"/>
                    <a:pt x="15" y="726"/>
                    <a:pt x="37" y="741"/>
                  </a:cubicBezTo>
                  <a:cubicBezTo>
                    <a:pt x="59" y="755"/>
                    <a:pt x="83" y="758"/>
                    <a:pt x="102" y="758"/>
                  </a:cubicBezTo>
                  <a:cubicBezTo>
                    <a:pt x="104" y="758"/>
                    <a:pt x="106" y="758"/>
                    <a:pt x="108" y="758"/>
                  </a:cubicBezTo>
                  <a:cubicBezTo>
                    <a:pt x="135" y="757"/>
                    <a:pt x="158" y="748"/>
                    <a:pt x="171" y="733"/>
                  </a:cubicBezTo>
                  <a:lnTo>
                    <a:pt x="171" y="1202"/>
                  </a:lnTo>
                  <a:cubicBezTo>
                    <a:pt x="171" y="1206"/>
                    <a:pt x="175" y="1208"/>
                    <a:pt x="178" y="1208"/>
                  </a:cubicBezTo>
                  <a:cubicBezTo>
                    <a:pt x="182" y="1208"/>
                    <a:pt x="184" y="1206"/>
                    <a:pt x="184" y="1202"/>
                  </a:cubicBezTo>
                  <a:lnTo>
                    <a:pt x="184" y="734"/>
                  </a:lnTo>
                  <a:cubicBezTo>
                    <a:pt x="198" y="748"/>
                    <a:pt x="220" y="757"/>
                    <a:pt x="246" y="7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6675142" y="2708000"/>
              <a:ext cx="220997" cy="191574"/>
            </a:xfrm>
            <a:custGeom>
              <a:rect b="b" l="l" r="r" t="t"/>
              <a:pathLst>
                <a:path extrusionOk="0" h="293" w="338">
                  <a:moveTo>
                    <a:pt x="298" y="9"/>
                  </a:moveTo>
                  <a:cubicBezTo>
                    <a:pt x="299" y="7"/>
                    <a:pt x="298" y="3"/>
                    <a:pt x="295" y="1"/>
                  </a:cubicBezTo>
                  <a:cubicBezTo>
                    <a:pt x="292" y="-1"/>
                    <a:pt x="288" y="0"/>
                    <a:pt x="287" y="3"/>
                  </a:cubicBezTo>
                  <a:cubicBezTo>
                    <a:pt x="269" y="35"/>
                    <a:pt x="237" y="60"/>
                    <a:pt x="197" y="73"/>
                  </a:cubicBezTo>
                  <a:cubicBezTo>
                    <a:pt x="164" y="84"/>
                    <a:pt x="125" y="87"/>
                    <a:pt x="80" y="82"/>
                  </a:cubicBezTo>
                  <a:cubicBezTo>
                    <a:pt x="58" y="80"/>
                    <a:pt x="31" y="75"/>
                    <a:pt x="9" y="59"/>
                  </a:cubicBezTo>
                  <a:cubicBezTo>
                    <a:pt x="7" y="58"/>
                    <a:pt x="3" y="58"/>
                    <a:pt x="1" y="61"/>
                  </a:cubicBezTo>
                  <a:cubicBezTo>
                    <a:pt x="-1" y="64"/>
                    <a:pt x="-1" y="67"/>
                    <a:pt x="2" y="69"/>
                  </a:cubicBezTo>
                  <a:cubicBezTo>
                    <a:pt x="26" y="87"/>
                    <a:pt x="56" y="92"/>
                    <a:pt x="79" y="94"/>
                  </a:cubicBezTo>
                  <a:cubicBezTo>
                    <a:pt x="93" y="96"/>
                    <a:pt x="107" y="97"/>
                    <a:pt x="120" y="97"/>
                  </a:cubicBezTo>
                  <a:cubicBezTo>
                    <a:pt x="123" y="97"/>
                    <a:pt x="126" y="97"/>
                    <a:pt x="128" y="97"/>
                  </a:cubicBezTo>
                  <a:cubicBezTo>
                    <a:pt x="152" y="144"/>
                    <a:pt x="195" y="182"/>
                    <a:pt x="244" y="203"/>
                  </a:cubicBezTo>
                  <a:cubicBezTo>
                    <a:pt x="246" y="233"/>
                    <a:pt x="230" y="265"/>
                    <a:pt x="204" y="282"/>
                  </a:cubicBezTo>
                  <a:cubicBezTo>
                    <a:pt x="201" y="283"/>
                    <a:pt x="201" y="287"/>
                    <a:pt x="202" y="290"/>
                  </a:cubicBezTo>
                  <a:cubicBezTo>
                    <a:pt x="204" y="292"/>
                    <a:pt x="206" y="293"/>
                    <a:pt x="208" y="293"/>
                  </a:cubicBezTo>
                  <a:cubicBezTo>
                    <a:pt x="209" y="293"/>
                    <a:pt x="210" y="293"/>
                    <a:pt x="211" y="292"/>
                  </a:cubicBezTo>
                  <a:cubicBezTo>
                    <a:pt x="239" y="273"/>
                    <a:pt x="256" y="240"/>
                    <a:pt x="256" y="207"/>
                  </a:cubicBezTo>
                  <a:cubicBezTo>
                    <a:pt x="265" y="210"/>
                    <a:pt x="274" y="213"/>
                    <a:pt x="283" y="214"/>
                  </a:cubicBezTo>
                  <a:cubicBezTo>
                    <a:pt x="290" y="216"/>
                    <a:pt x="298" y="217"/>
                    <a:pt x="308" y="217"/>
                  </a:cubicBezTo>
                  <a:cubicBezTo>
                    <a:pt x="316" y="217"/>
                    <a:pt x="325" y="216"/>
                    <a:pt x="334" y="213"/>
                  </a:cubicBezTo>
                  <a:cubicBezTo>
                    <a:pt x="337" y="211"/>
                    <a:pt x="338" y="208"/>
                    <a:pt x="337" y="204"/>
                  </a:cubicBezTo>
                  <a:cubicBezTo>
                    <a:pt x="336" y="201"/>
                    <a:pt x="332" y="200"/>
                    <a:pt x="329" y="201"/>
                  </a:cubicBezTo>
                  <a:cubicBezTo>
                    <a:pt x="318" y="206"/>
                    <a:pt x="304" y="206"/>
                    <a:pt x="285" y="203"/>
                  </a:cubicBezTo>
                  <a:cubicBezTo>
                    <a:pt x="275" y="200"/>
                    <a:pt x="264" y="197"/>
                    <a:pt x="254" y="193"/>
                  </a:cubicBezTo>
                  <a:cubicBezTo>
                    <a:pt x="253" y="192"/>
                    <a:pt x="251" y="191"/>
                    <a:pt x="249" y="192"/>
                  </a:cubicBezTo>
                  <a:cubicBezTo>
                    <a:pt x="204" y="173"/>
                    <a:pt x="165" y="139"/>
                    <a:pt x="142" y="96"/>
                  </a:cubicBezTo>
                  <a:cubicBezTo>
                    <a:pt x="163" y="94"/>
                    <a:pt x="183" y="91"/>
                    <a:pt x="201" y="85"/>
                  </a:cubicBezTo>
                  <a:cubicBezTo>
                    <a:pt x="244" y="71"/>
                    <a:pt x="278" y="44"/>
                    <a:pt x="298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6125265" y="3038188"/>
              <a:ext cx="176536" cy="281804"/>
            </a:xfrm>
            <a:custGeom>
              <a:rect b="b" l="l" r="r" t="t"/>
              <a:pathLst>
                <a:path extrusionOk="0" h="431" w="270">
                  <a:moveTo>
                    <a:pt x="165" y="0"/>
                  </a:moveTo>
                  <a:lnTo>
                    <a:pt x="5" y="334"/>
                  </a:lnTo>
                  <a:cubicBezTo>
                    <a:pt x="-8" y="358"/>
                    <a:pt x="3" y="388"/>
                    <a:pt x="28" y="399"/>
                  </a:cubicBezTo>
                  <a:lnTo>
                    <a:pt x="94" y="427"/>
                  </a:lnTo>
                  <a:cubicBezTo>
                    <a:pt x="120" y="438"/>
                    <a:pt x="150" y="424"/>
                    <a:pt x="158" y="396"/>
                  </a:cubicBezTo>
                  <a:lnTo>
                    <a:pt x="270" y="41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6664027" y="3191186"/>
              <a:ext cx="120960" cy="34653"/>
            </a:xfrm>
            <a:custGeom>
              <a:rect b="b" l="l" r="r" t="t"/>
              <a:pathLst>
                <a:path extrusionOk="0" h="53" w="185">
                  <a:moveTo>
                    <a:pt x="180" y="6"/>
                  </a:moveTo>
                  <a:cubicBezTo>
                    <a:pt x="177" y="5"/>
                    <a:pt x="174" y="6"/>
                    <a:pt x="172" y="9"/>
                  </a:cubicBezTo>
                  <a:cubicBezTo>
                    <a:pt x="169" y="18"/>
                    <a:pt x="160" y="25"/>
                    <a:pt x="144" y="30"/>
                  </a:cubicBezTo>
                  <a:cubicBezTo>
                    <a:pt x="118" y="39"/>
                    <a:pt x="94" y="42"/>
                    <a:pt x="72" y="39"/>
                  </a:cubicBezTo>
                  <a:cubicBezTo>
                    <a:pt x="46" y="35"/>
                    <a:pt x="24" y="22"/>
                    <a:pt x="11" y="3"/>
                  </a:cubicBezTo>
                  <a:cubicBezTo>
                    <a:pt x="9" y="0"/>
                    <a:pt x="6" y="-1"/>
                    <a:pt x="3" y="1"/>
                  </a:cubicBezTo>
                  <a:cubicBezTo>
                    <a:pt x="0" y="3"/>
                    <a:pt x="-1" y="7"/>
                    <a:pt x="1" y="10"/>
                  </a:cubicBezTo>
                  <a:cubicBezTo>
                    <a:pt x="16" y="31"/>
                    <a:pt x="41" y="46"/>
                    <a:pt x="70" y="51"/>
                  </a:cubicBezTo>
                  <a:cubicBezTo>
                    <a:pt x="76" y="52"/>
                    <a:pt x="83" y="53"/>
                    <a:pt x="91" y="53"/>
                  </a:cubicBezTo>
                  <a:cubicBezTo>
                    <a:pt x="109" y="53"/>
                    <a:pt x="128" y="49"/>
                    <a:pt x="149" y="42"/>
                  </a:cubicBezTo>
                  <a:cubicBezTo>
                    <a:pt x="161" y="37"/>
                    <a:pt x="178" y="30"/>
                    <a:pt x="184" y="14"/>
                  </a:cubicBezTo>
                  <a:cubicBezTo>
                    <a:pt x="185" y="11"/>
                    <a:pt x="183" y="7"/>
                    <a:pt x="180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6621528" y="2519041"/>
              <a:ext cx="178498" cy="145152"/>
            </a:xfrm>
            <a:custGeom>
              <a:rect b="b" l="l" r="r" t="t"/>
              <a:pathLst>
                <a:path extrusionOk="0" h="222" w="273">
                  <a:moveTo>
                    <a:pt x="7" y="99"/>
                  </a:moveTo>
                  <a:cubicBezTo>
                    <a:pt x="55" y="91"/>
                    <a:pt x="104" y="99"/>
                    <a:pt x="147" y="120"/>
                  </a:cubicBezTo>
                  <a:cubicBezTo>
                    <a:pt x="190" y="142"/>
                    <a:pt x="226" y="177"/>
                    <a:pt x="249" y="219"/>
                  </a:cubicBezTo>
                  <a:cubicBezTo>
                    <a:pt x="250" y="221"/>
                    <a:pt x="252" y="222"/>
                    <a:pt x="254" y="222"/>
                  </a:cubicBezTo>
                  <a:cubicBezTo>
                    <a:pt x="255" y="222"/>
                    <a:pt x="256" y="222"/>
                    <a:pt x="257" y="222"/>
                  </a:cubicBezTo>
                  <a:cubicBezTo>
                    <a:pt x="260" y="220"/>
                    <a:pt x="261" y="216"/>
                    <a:pt x="260" y="213"/>
                  </a:cubicBezTo>
                  <a:cubicBezTo>
                    <a:pt x="238" y="173"/>
                    <a:pt x="205" y="139"/>
                    <a:pt x="165" y="116"/>
                  </a:cubicBezTo>
                  <a:cubicBezTo>
                    <a:pt x="169" y="93"/>
                    <a:pt x="183" y="70"/>
                    <a:pt x="202" y="51"/>
                  </a:cubicBezTo>
                  <a:cubicBezTo>
                    <a:pt x="219" y="35"/>
                    <a:pt x="242" y="21"/>
                    <a:pt x="268" y="11"/>
                  </a:cubicBezTo>
                  <a:cubicBezTo>
                    <a:pt x="272" y="10"/>
                    <a:pt x="273" y="8"/>
                    <a:pt x="272" y="4"/>
                  </a:cubicBezTo>
                  <a:cubicBezTo>
                    <a:pt x="271" y="1"/>
                    <a:pt x="267" y="-1"/>
                    <a:pt x="264" y="0"/>
                  </a:cubicBezTo>
                  <a:cubicBezTo>
                    <a:pt x="236" y="11"/>
                    <a:pt x="212" y="25"/>
                    <a:pt x="194" y="42"/>
                  </a:cubicBezTo>
                  <a:cubicBezTo>
                    <a:pt x="173" y="62"/>
                    <a:pt x="159" y="86"/>
                    <a:pt x="154" y="110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08" y="87"/>
                    <a:pt x="55" y="79"/>
                    <a:pt x="5" y="87"/>
                  </a:cubicBezTo>
                  <a:cubicBezTo>
                    <a:pt x="2" y="87"/>
                    <a:pt x="0" y="90"/>
                    <a:pt x="0" y="94"/>
                  </a:cubicBezTo>
                  <a:cubicBezTo>
                    <a:pt x="1" y="97"/>
                    <a:pt x="4" y="99"/>
                    <a:pt x="7" y="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4900" lIns="90000" spcFirstLastPara="1" rIns="90000" wrap="square" tIns="3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6124611" y="2630193"/>
              <a:ext cx="443302" cy="443302"/>
            </a:xfrm>
            <a:custGeom>
              <a:rect b="b" l="l" r="r" t="t"/>
              <a:pathLst>
                <a:path extrusionOk="0" h="678" w="678">
                  <a:moveTo>
                    <a:pt x="560" y="82"/>
                  </a:moveTo>
                  <a:cubicBezTo>
                    <a:pt x="419" y="-40"/>
                    <a:pt x="205" y="-25"/>
                    <a:pt x="82" y="116"/>
                  </a:cubicBezTo>
                  <a:cubicBezTo>
                    <a:pt x="-40" y="258"/>
                    <a:pt x="-25" y="472"/>
                    <a:pt x="116" y="594"/>
                  </a:cubicBezTo>
                  <a:cubicBezTo>
                    <a:pt x="258" y="717"/>
                    <a:pt x="472" y="702"/>
                    <a:pt x="594" y="560"/>
                  </a:cubicBezTo>
                  <a:cubicBezTo>
                    <a:pt x="717" y="419"/>
                    <a:pt x="702" y="205"/>
                    <a:pt x="560" y="82"/>
                  </a:cubicBezTo>
                  <a:moveTo>
                    <a:pt x="554" y="526"/>
                  </a:moveTo>
                  <a:cubicBezTo>
                    <a:pt x="451" y="645"/>
                    <a:pt x="270" y="658"/>
                    <a:pt x="151" y="554"/>
                  </a:cubicBezTo>
                  <a:cubicBezTo>
                    <a:pt x="32" y="451"/>
                    <a:pt x="19" y="270"/>
                    <a:pt x="122" y="151"/>
                  </a:cubicBezTo>
                  <a:cubicBezTo>
                    <a:pt x="226" y="32"/>
                    <a:pt x="406" y="19"/>
                    <a:pt x="526" y="122"/>
                  </a:cubicBezTo>
                  <a:cubicBezTo>
                    <a:pt x="645" y="226"/>
                    <a:pt x="658" y="406"/>
                    <a:pt x="554" y="5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6816371" y="2584424"/>
              <a:ext cx="190267" cy="595646"/>
            </a:xfrm>
            <a:custGeom>
              <a:rect b="b" l="l" r="r" t="t"/>
              <a:pathLst>
                <a:path extrusionOk="0" h="911" w="291">
                  <a:moveTo>
                    <a:pt x="291" y="425"/>
                  </a:moveTo>
                  <a:cubicBezTo>
                    <a:pt x="294" y="294"/>
                    <a:pt x="225" y="229"/>
                    <a:pt x="209" y="216"/>
                  </a:cubicBezTo>
                  <a:cubicBezTo>
                    <a:pt x="213" y="197"/>
                    <a:pt x="225" y="118"/>
                    <a:pt x="162" y="53"/>
                  </a:cubicBezTo>
                  <a:cubicBezTo>
                    <a:pt x="100" y="-11"/>
                    <a:pt x="39" y="0"/>
                    <a:pt x="37" y="0"/>
                  </a:cubicBezTo>
                  <a:cubicBezTo>
                    <a:pt x="34" y="1"/>
                    <a:pt x="31" y="4"/>
                    <a:pt x="32" y="7"/>
                  </a:cubicBezTo>
                  <a:cubicBezTo>
                    <a:pt x="33" y="10"/>
                    <a:pt x="36" y="13"/>
                    <a:pt x="39" y="12"/>
                  </a:cubicBezTo>
                  <a:cubicBezTo>
                    <a:pt x="40" y="12"/>
                    <a:pt x="96" y="3"/>
                    <a:pt x="153" y="62"/>
                  </a:cubicBezTo>
                  <a:cubicBezTo>
                    <a:pt x="219" y="129"/>
                    <a:pt x="196" y="215"/>
                    <a:pt x="196" y="216"/>
                  </a:cubicBezTo>
                  <a:cubicBezTo>
                    <a:pt x="195" y="219"/>
                    <a:pt x="196" y="221"/>
                    <a:pt x="198" y="223"/>
                  </a:cubicBezTo>
                  <a:cubicBezTo>
                    <a:pt x="199" y="224"/>
                    <a:pt x="282" y="286"/>
                    <a:pt x="279" y="425"/>
                  </a:cubicBezTo>
                  <a:cubicBezTo>
                    <a:pt x="276" y="559"/>
                    <a:pt x="186" y="586"/>
                    <a:pt x="182" y="587"/>
                  </a:cubicBezTo>
                  <a:cubicBezTo>
                    <a:pt x="179" y="588"/>
                    <a:pt x="177" y="592"/>
                    <a:pt x="178" y="595"/>
                  </a:cubicBezTo>
                  <a:cubicBezTo>
                    <a:pt x="179" y="598"/>
                    <a:pt x="181" y="599"/>
                    <a:pt x="184" y="599"/>
                  </a:cubicBezTo>
                  <a:lnTo>
                    <a:pt x="185" y="599"/>
                  </a:lnTo>
                  <a:cubicBezTo>
                    <a:pt x="186" y="599"/>
                    <a:pt x="195" y="596"/>
                    <a:pt x="208" y="589"/>
                  </a:cubicBezTo>
                  <a:cubicBezTo>
                    <a:pt x="218" y="609"/>
                    <a:pt x="275" y="746"/>
                    <a:pt x="183" y="838"/>
                  </a:cubicBezTo>
                  <a:cubicBezTo>
                    <a:pt x="85" y="936"/>
                    <a:pt x="13" y="887"/>
                    <a:pt x="10" y="884"/>
                  </a:cubicBezTo>
                  <a:cubicBezTo>
                    <a:pt x="7" y="882"/>
                    <a:pt x="3" y="883"/>
                    <a:pt x="1" y="886"/>
                  </a:cubicBezTo>
                  <a:cubicBezTo>
                    <a:pt x="-1" y="889"/>
                    <a:pt x="0" y="892"/>
                    <a:pt x="3" y="894"/>
                  </a:cubicBezTo>
                  <a:cubicBezTo>
                    <a:pt x="3" y="895"/>
                    <a:pt x="26" y="911"/>
                    <a:pt x="63" y="911"/>
                  </a:cubicBezTo>
                  <a:cubicBezTo>
                    <a:pt x="96" y="911"/>
                    <a:pt x="142" y="897"/>
                    <a:pt x="192" y="847"/>
                  </a:cubicBezTo>
                  <a:cubicBezTo>
                    <a:pt x="292" y="747"/>
                    <a:pt x="226" y="598"/>
                    <a:pt x="219" y="582"/>
                  </a:cubicBezTo>
                  <a:cubicBezTo>
                    <a:pt x="249" y="560"/>
                    <a:pt x="289" y="515"/>
                    <a:pt x="291" y="4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6" name="Google Shape;396;p30"/>
            <p:cNvGrpSpPr/>
            <p:nvPr/>
          </p:nvGrpSpPr>
          <p:grpSpPr>
            <a:xfrm>
              <a:off x="6395954" y="2827652"/>
              <a:ext cx="113768" cy="173921"/>
              <a:chOff x="6395954" y="2827652"/>
              <a:chExt cx="113768" cy="173921"/>
            </a:xfrm>
          </p:grpSpPr>
          <p:sp>
            <p:nvSpPr>
              <p:cNvPr id="397" name="Google Shape;397;p30"/>
              <p:cNvSpPr/>
              <p:nvPr/>
            </p:nvSpPr>
            <p:spPr>
              <a:xfrm>
                <a:off x="6433222" y="2827652"/>
                <a:ext cx="76499" cy="114422"/>
              </a:xfrm>
              <a:custGeom>
                <a:rect b="b" l="l" r="r" t="t"/>
                <a:pathLst>
                  <a:path extrusionOk="0" h="175" w="117">
                    <a:moveTo>
                      <a:pt x="85" y="2"/>
                    </a:moveTo>
                    <a:cubicBezTo>
                      <a:pt x="81" y="1"/>
                      <a:pt x="76" y="1"/>
                      <a:pt x="72" y="0"/>
                    </a:cubicBezTo>
                    <a:cubicBezTo>
                      <a:pt x="52" y="-3"/>
                      <a:pt x="33" y="10"/>
                      <a:pt x="30" y="30"/>
                    </a:cubicBezTo>
                    <a:lnTo>
                      <a:pt x="30" y="30"/>
                    </a:lnTo>
                    <a:cubicBezTo>
                      <a:pt x="24" y="61"/>
                      <a:pt x="15" y="91"/>
                      <a:pt x="3" y="119"/>
                    </a:cubicBezTo>
                    <a:cubicBezTo>
                      <a:pt x="-6" y="140"/>
                      <a:pt x="5" y="163"/>
                      <a:pt x="27" y="170"/>
                    </a:cubicBezTo>
                    <a:cubicBezTo>
                      <a:pt x="32" y="171"/>
                      <a:pt x="36" y="172"/>
                      <a:pt x="41" y="174"/>
                    </a:cubicBezTo>
                    <a:cubicBezTo>
                      <a:pt x="58" y="178"/>
                      <a:pt x="77" y="170"/>
                      <a:pt x="84" y="154"/>
                    </a:cubicBezTo>
                    <a:cubicBezTo>
                      <a:pt x="100" y="122"/>
                      <a:pt x="110" y="83"/>
                      <a:pt x="116" y="46"/>
                    </a:cubicBezTo>
                    <a:cubicBezTo>
                      <a:pt x="120" y="25"/>
                      <a:pt x="106" y="5"/>
                      <a:pt x="85" y="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8000" lIns="90000" spcFirstLastPara="1" rIns="90000" wrap="square" tIns="18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0"/>
              <p:cNvSpPr/>
              <p:nvPr/>
            </p:nvSpPr>
            <p:spPr>
              <a:xfrm>
                <a:off x="6395954" y="2958419"/>
                <a:ext cx="43153" cy="43153"/>
              </a:xfrm>
              <a:custGeom>
                <a:rect b="b" l="l" r="r" t="t"/>
                <a:pathLst>
                  <a:path extrusionOk="0" h="66" w="66">
                    <a:moveTo>
                      <a:pt x="58" y="55"/>
                    </a:moveTo>
                    <a:cubicBezTo>
                      <a:pt x="46" y="68"/>
                      <a:pt x="25" y="70"/>
                      <a:pt x="11" y="58"/>
                    </a:cubicBezTo>
                    <a:cubicBezTo>
                      <a:pt x="-3" y="46"/>
                      <a:pt x="-4" y="25"/>
                      <a:pt x="8" y="11"/>
                    </a:cubicBezTo>
                    <a:cubicBezTo>
                      <a:pt x="20" y="-3"/>
                      <a:pt x="40" y="-4"/>
                      <a:pt x="54" y="8"/>
                    </a:cubicBezTo>
                    <a:cubicBezTo>
                      <a:pt x="68" y="20"/>
                      <a:pt x="70" y="41"/>
                      <a:pt x="58" y="5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9" name="Google Shape;399;p30"/>
            <p:cNvSpPr/>
            <p:nvPr/>
          </p:nvSpPr>
          <p:spPr>
            <a:xfrm>
              <a:off x="6638527" y="2951881"/>
              <a:ext cx="428917" cy="458994"/>
            </a:xfrm>
            <a:custGeom>
              <a:rect b="b" l="l" r="r" t="t"/>
              <a:pathLst>
                <a:path extrusionOk="0" h="702" w="656">
                  <a:moveTo>
                    <a:pt x="640" y="182"/>
                  </a:moveTo>
                  <a:lnTo>
                    <a:pt x="174" y="702"/>
                  </a:lnTo>
                  <a:lnTo>
                    <a:pt x="0" y="546"/>
                  </a:lnTo>
                  <a:lnTo>
                    <a:pt x="467" y="26"/>
                  </a:lnTo>
                  <a:lnTo>
                    <a:pt x="564" y="0"/>
                  </a:lnTo>
                  <a:cubicBezTo>
                    <a:pt x="576" y="34"/>
                    <a:pt x="611" y="1"/>
                    <a:pt x="638" y="8"/>
                  </a:cubicBezTo>
                  <a:cubicBezTo>
                    <a:pt x="641" y="9"/>
                    <a:pt x="653" y="72"/>
                    <a:pt x="656" y="72"/>
                  </a:cubicBezTo>
                  <a:lnTo>
                    <a:pt x="640" y="1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0" name="Google Shape;400;p30"/>
            <p:cNvGrpSpPr/>
            <p:nvPr/>
          </p:nvGrpSpPr>
          <p:grpSpPr>
            <a:xfrm>
              <a:off x="6722219" y="2933574"/>
              <a:ext cx="354380" cy="394264"/>
              <a:chOff x="6722219" y="2933574"/>
              <a:chExt cx="354380" cy="394264"/>
            </a:xfrm>
          </p:grpSpPr>
          <p:sp>
            <p:nvSpPr>
              <p:cNvPr id="401" name="Google Shape;401;p30"/>
              <p:cNvSpPr/>
              <p:nvPr/>
            </p:nvSpPr>
            <p:spPr>
              <a:xfrm>
                <a:off x="7007292" y="2933574"/>
                <a:ext cx="69307" cy="66038"/>
              </a:xfrm>
              <a:custGeom>
                <a:rect b="b" l="l" r="r" t="t"/>
                <a:pathLst>
                  <a:path extrusionOk="0" h="101" w="106">
                    <a:moveTo>
                      <a:pt x="92" y="101"/>
                    </a:moveTo>
                    <a:cubicBezTo>
                      <a:pt x="89" y="100"/>
                      <a:pt x="86" y="99"/>
                      <a:pt x="83" y="99"/>
                    </a:cubicBezTo>
                    <a:cubicBezTo>
                      <a:pt x="56" y="91"/>
                      <a:pt x="12" y="62"/>
                      <a:pt x="0" y="28"/>
                    </a:cubicBezTo>
                    <a:lnTo>
                      <a:pt x="106" y="0"/>
                    </a:lnTo>
                    <a:lnTo>
                      <a:pt x="92" y="10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0"/>
              <p:cNvSpPr/>
              <p:nvPr/>
            </p:nvSpPr>
            <p:spPr>
              <a:xfrm>
                <a:off x="6939946" y="2964958"/>
                <a:ext cx="120960" cy="109845"/>
              </a:xfrm>
              <a:custGeom>
                <a:rect b="b" l="l" r="r" t="t"/>
                <a:pathLst>
                  <a:path extrusionOk="0" h="168" w="185">
                    <a:moveTo>
                      <a:pt x="179" y="168"/>
                    </a:moveTo>
                    <a:cubicBezTo>
                      <a:pt x="178" y="168"/>
                      <a:pt x="177" y="168"/>
                      <a:pt x="176" y="167"/>
                    </a:cubicBezTo>
                    <a:cubicBezTo>
                      <a:pt x="53" y="94"/>
                      <a:pt x="2" y="13"/>
                      <a:pt x="0" y="10"/>
                    </a:cubicBezTo>
                    <a:cubicBezTo>
                      <a:pt x="-1" y="7"/>
                      <a:pt x="-1" y="3"/>
                      <a:pt x="2" y="1"/>
                    </a:cubicBezTo>
                    <a:cubicBezTo>
                      <a:pt x="5" y="-1"/>
                      <a:pt x="9" y="0"/>
                      <a:pt x="11" y="3"/>
                    </a:cubicBezTo>
                    <a:cubicBezTo>
                      <a:pt x="11" y="4"/>
                      <a:pt x="62" y="85"/>
                      <a:pt x="182" y="157"/>
                    </a:cubicBezTo>
                    <a:cubicBezTo>
                      <a:pt x="185" y="158"/>
                      <a:pt x="186" y="162"/>
                      <a:pt x="184" y="165"/>
                    </a:cubicBezTo>
                    <a:cubicBezTo>
                      <a:pt x="183" y="167"/>
                      <a:pt x="181" y="168"/>
                      <a:pt x="179" y="1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5475" lIns="90000" spcFirstLastPara="1" rIns="90000" wrap="square" tIns="15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0"/>
              <p:cNvSpPr/>
              <p:nvPr/>
            </p:nvSpPr>
            <p:spPr>
              <a:xfrm>
                <a:off x="6722219" y="3119263"/>
                <a:ext cx="191574" cy="208574"/>
              </a:xfrm>
              <a:custGeom>
                <a:rect b="b" l="l" r="r" t="t"/>
                <a:pathLst>
                  <a:path extrusionOk="0" h="319" w="293">
                    <a:moveTo>
                      <a:pt x="34" y="319"/>
                    </a:moveTo>
                    <a:cubicBezTo>
                      <a:pt x="26" y="319"/>
                      <a:pt x="18" y="316"/>
                      <a:pt x="11" y="310"/>
                    </a:cubicBezTo>
                    <a:lnTo>
                      <a:pt x="11" y="310"/>
                    </a:lnTo>
                    <a:cubicBezTo>
                      <a:pt x="5" y="304"/>
                      <a:pt x="1" y="296"/>
                      <a:pt x="0" y="287"/>
                    </a:cubicBezTo>
                    <a:cubicBezTo>
                      <a:pt x="0" y="278"/>
                      <a:pt x="3" y="270"/>
                      <a:pt x="9" y="263"/>
                    </a:cubicBezTo>
                    <a:lnTo>
                      <a:pt x="235" y="11"/>
                    </a:lnTo>
                    <a:cubicBezTo>
                      <a:pt x="241" y="4"/>
                      <a:pt x="249" y="1"/>
                      <a:pt x="258" y="0"/>
                    </a:cubicBezTo>
                    <a:cubicBezTo>
                      <a:pt x="267" y="-1"/>
                      <a:pt x="275" y="3"/>
                      <a:pt x="282" y="8"/>
                    </a:cubicBezTo>
                    <a:cubicBezTo>
                      <a:pt x="288" y="14"/>
                      <a:pt x="293" y="23"/>
                      <a:pt x="293" y="31"/>
                    </a:cubicBezTo>
                    <a:cubicBezTo>
                      <a:pt x="294" y="40"/>
                      <a:pt x="290" y="49"/>
                      <a:pt x="284" y="55"/>
                    </a:cubicBezTo>
                    <a:lnTo>
                      <a:pt x="58" y="307"/>
                    </a:lnTo>
                    <a:cubicBezTo>
                      <a:pt x="52" y="315"/>
                      <a:pt x="43" y="319"/>
                      <a:pt x="34" y="319"/>
                    </a:cubicBezTo>
                    <a:moveTo>
                      <a:pt x="260" y="12"/>
                    </a:moveTo>
                    <a:cubicBezTo>
                      <a:pt x="259" y="12"/>
                      <a:pt x="259" y="12"/>
                      <a:pt x="258" y="12"/>
                    </a:cubicBezTo>
                    <a:cubicBezTo>
                      <a:pt x="253" y="13"/>
                      <a:pt x="248" y="15"/>
                      <a:pt x="244" y="19"/>
                    </a:cubicBezTo>
                    <a:lnTo>
                      <a:pt x="18" y="271"/>
                    </a:lnTo>
                    <a:cubicBezTo>
                      <a:pt x="14" y="276"/>
                      <a:pt x="12" y="281"/>
                      <a:pt x="13" y="287"/>
                    </a:cubicBezTo>
                    <a:cubicBezTo>
                      <a:pt x="13" y="292"/>
                      <a:pt x="15" y="297"/>
                      <a:pt x="20" y="301"/>
                    </a:cubicBezTo>
                    <a:lnTo>
                      <a:pt x="20" y="301"/>
                    </a:lnTo>
                    <a:cubicBezTo>
                      <a:pt x="28" y="309"/>
                      <a:pt x="41" y="308"/>
                      <a:pt x="49" y="299"/>
                    </a:cubicBezTo>
                    <a:lnTo>
                      <a:pt x="275" y="47"/>
                    </a:lnTo>
                    <a:cubicBezTo>
                      <a:pt x="279" y="43"/>
                      <a:pt x="281" y="38"/>
                      <a:pt x="281" y="32"/>
                    </a:cubicBezTo>
                    <a:cubicBezTo>
                      <a:pt x="280" y="27"/>
                      <a:pt x="278" y="21"/>
                      <a:pt x="274" y="18"/>
                    </a:cubicBezTo>
                    <a:cubicBezTo>
                      <a:pt x="270" y="14"/>
                      <a:pt x="265" y="12"/>
                      <a:pt x="260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30"/>
            <p:cNvGrpSpPr/>
            <p:nvPr/>
          </p:nvGrpSpPr>
          <p:grpSpPr>
            <a:xfrm>
              <a:off x="6168418" y="2477195"/>
              <a:ext cx="1001679" cy="984679"/>
              <a:chOff x="6168418" y="2477195"/>
              <a:chExt cx="1001679" cy="984679"/>
            </a:xfrm>
          </p:grpSpPr>
          <p:sp>
            <p:nvSpPr>
              <p:cNvPr id="405" name="Google Shape;405;p30"/>
              <p:cNvSpPr/>
              <p:nvPr/>
            </p:nvSpPr>
            <p:spPr>
              <a:xfrm>
                <a:off x="6168418" y="2477195"/>
                <a:ext cx="133383" cy="134037"/>
              </a:xfrm>
              <a:custGeom>
                <a:rect b="b" l="l" r="r" t="t"/>
                <a:pathLst>
                  <a:path extrusionOk="0" h="205" w="204">
                    <a:moveTo>
                      <a:pt x="102" y="205"/>
                    </a:moveTo>
                    <a:cubicBezTo>
                      <a:pt x="46" y="205"/>
                      <a:pt x="0" y="160"/>
                      <a:pt x="0" y="103"/>
                    </a:cubicBezTo>
                    <a:cubicBezTo>
                      <a:pt x="0" y="47"/>
                      <a:pt x="46" y="0"/>
                      <a:pt x="102" y="0"/>
                    </a:cubicBezTo>
                    <a:cubicBezTo>
                      <a:pt x="159" y="0"/>
                      <a:pt x="204" y="46"/>
                      <a:pt x="204" y="103"/>
                    </a:cubicBezTo>
                    <a:cubicBezTo>
                      <a:pt x="205" y="159"/>
                      <a:pt x="159" y="205"/>
                      <a:pt x="102" y="205"/>
                    </a:cubicBezTo>
                    <a:moveTo>
                      <a:pt x="102" y="12"/>
                    </a:moveTo>
                    <a:cubicBezTo>
                      <a:pt x="52" y="12"/>
                      <a:pt x="11" y="53"/>
                      <a:pt x="11" y="103"/>
                    </a:cubicBezTo>
                    <a:cubicBezTo>
                      <a:pt x="11" y="154"/>
                      <a:pt x="52" y="193"/>
                      <a:pt x="102" y="193"/>
                    </a:cubicBezTo>
                    <a:cubicBezTo>
                      <a:pt x="152" y="193"/>
                      <a:pt x="193" y="153"/>
                      <a:pt x="193" y="103"/>
                    </a:cubicBezTo>
                    <a:cubicBezTo>
                      <a:pt x="193" y="52"/>
                      <a:pt x="152" y="12"/>
                      <a:pt x="102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8800" lIns="90000" spcFirstLastPara="1" rIns="90000" wrap="square" tIns="28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0"/>
              <p:cNvSpPr/>
              <p:nvPr/>
            </p:nvSpPr>
            <p:spPr>
              <a:xfrm>
                <a:off x="7039984" y="2750499"/>
                <a:ext cx="130114" cy="130114"/>
              </a:xfrm>
              <a:custGeom>
                <a:rect b="b" l="l" r="r" t="t"/>
                <a:pathLst>
                  <a:path extrusionOk="0" h="199" w="199">
                    <a:moveTo>
                      <a:pt x="99" y="199"/>
                    </a:moveTo>
                    <a:cubicBezTo>
                      <a:pt x="44" y="199"/>
                      <a:pt x="0" y="154"/>
                      <a:pt x="0" y="99"/>
                    </a:cubicBezTo>
                    <a:cubicBezTo>
                      <a:pt x="0" y="44"/>
                      <a:pt x="44" y="0"/>
                      <a:pt x="99" y="0"/>
                    </a:cubicBezTo>
                    <a:cubicBezTo>
                      <a:pt x="154" y="0"/>
                      <a:pt x="199" y="44"/>
                      <a:pt x="199" y="99"/>
                    </a:cubicBezTo>
                    <a:cubicBezTo>
                      <a:pt x="199" y="154"/>
                      <a:pt x="154" y="199"/>
                      <a:pt x="99" y="199"/>
                    </a:cubicBezTo>
                    <a:moveTo>
                      <a:pt x="99" y="11"/>
                    </a:moveTo>
                    <a:cubicBezTo>
                      <a:pt x="51" y="11"/>
                      <a:pt x="11" y="51"/>
                      <a:pt x="11" y="99"/>
                    </a:cubicBezTo>
                    <a:cubicBezTo>
                      <a:pt x="11" y="148"/>
                      <a:pt x="51" y="187"/>
                      <a:pt x="99" y="187"/>
                    </a:cubicBezTo>
                    <a:cubicBezTo>
                      <a:pt x="148" y="187"/>
                      <a:pt x="187" y="148"/>
                      <a:pt x="187" y="99"/>
                    </a:cubicBezTo>
                    <a:cubicBezTo>
                      <a:pt x="187" y="51"/>
                      <a:pt x="148" y="11"/>
                      <a:pt x="99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6625" lIns="90000" spcFirstLastPara="1" rIns="90000" wrap="square" tIns="266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0"/>
              <p:cNvSpPr/>
              <p:nvPr/>
            </p:nvSpPr>
            <p:spPr>
              <a:xfrm>
                <a:off x="6385492" y="3320645"/>
                <a:ext cx="141229" cy="141229"/>
              </a:xfrm>
              <a:custGeom>
                <a:rect b="b" l="l" r="r" t="t"/>
                <a:pathLst>
                  <a:path extrusionOk="0" h="216" w="216">
                    <a:moveTo>
                      <a:pt x="108" y="216"/>
                    </a:moveTo>
                    <a:cubicBezTo>
                      <a:pt x="48" y="216"/>
                      <a:pt x="0" y="168"/>
                      <a:pt x="0" y="108"/>
                    </a:cubicBezTo>
                    <a:cubicBezTo>
                      <a:pt x="0" y="49"/>
                      <a:pt x="48" y="0"/>
                      <a:pt x="108" y="0"/>
                    </a:cubicBezTo>
                    <a:cubicBezTo>
                      <a:pt x="168" y="0"/>
                      <a:pt x="216" y="49"/>
                      <a:pt x="216" y="108"/>
                    </a:cubicBezTo>
                    <a:cubicBezTo>
                      <a:pt x="216" y="168"/>
                      <a:pt x="168" y="216"/>
                      <a:pt x="108" y="216"/>
                    </a:cubicBezTo>
                    <a:moveTo>
                      <a:pt x="108" y="12"/>
                    </a:moveTo>
                    <a:cubicBezTo>
                      <a:pt x="54" y="12"/>
                      <a:pt x="11" y="55"/>
                      <a:pt x="11" y="108"/>
                    </a:cubicBezTo>
                    <a:cubicBezTo>
                      <a:pt x="11" y="162"/>
                      <a:pt x="55" y="205"/>
                      <a:pt x="108" y="205"/>
                    </a:cubicBezTo>
                    <a:cubicBezTo>
                      <a:pt x="162" y="205"/>
                      <a:pt x="205" y="162"/>
                      <a:pt x="205" y="108"/>
                    </a:cubicBezTo>
                    <a:cubicBezTo>
                      <a:pt x="205" y="55"/>
                      <a:pt x="161" y="12"/>
                      <a:pt x="108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32750" lIns="90000" spcFirstLastPara="1" rIns="90000" wrap="square" tIns="32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p30"/>
            <p:cNvGrpSpPr/>
            <p:nvPr/>
          </p:nvGrpSpPr>
          <p:grpSpPr>
            <a:xfrm>
              <a:off x="6001036" y="2481772"/>
              <a:ext cx="1009525" cy="897719"/>
              <a:chOff x="6001036" y="2481772"/>
              <a:chExt cx="1009525" cy="897719"/>
            </a:xfrm>
          </p:grpSpPr>
          <p:sp>
            <p:nvSpPr>
              <p:cNvPr id="409" name="Google Shape;409;p30"/>
              <p:cNvSpPr/>
              <p:nvPr/>
            </p:nvSpPr>
            <p:spPr>
              <a:xfrm>
                <a:off x="6877178" y="2481772"/>
                <a:ext cx="108537" cy="108537"/>
              </a:xfrm>
              <a:custGeom>
                <a:rect b="b" l="l" r="r" t="t"/>
                <a:pathLst>
                  <a:path extrusionOk="0" h="166" w="166">
                    <a:moveTo>
                      <a:pt x="110" y="61"/>
                    </a:moveTo>
                    <a:lnTo>
                      <a:pt x="162" y="77"/>
                    </a:lnTo>
                    <a:cubicBezTo>
                      <a:pt x="167" y="78"/>
                      <a:pt x="167" y="86"/>
                      <a:pt x="162" y="88"/>
                    </a:cubicBezTo>
                    <a:lnTo>
                      <a:pt x="110" y="102"/>
                    </a:lnTo>
                    <a:cubicBezTo>
                      <a:pt x="108" y="103"/>
                      <a:pt x="107" y="104"/>
                      <a:pt x="106" y="106"/>
                    </a:cubicBezTo>
                    <a:lnTo>
                      <a:pt x="89" y="162"/>
                    </a:lnTo>
                    <a:cubicBezTo>
                      <a:pt x="87" y="167"/>
                      <a:pt x="80" y="167"/>
                      <a:pt x="78" y="162"/>
                    </a:cubicBezTo>
                    <a:lnTo>
                      <a:pt x="61" y="111"/>
                    </a:lnTo>
                    <a:cubicBezTo>
                      <a:pt x="60" y="110"/>
                      <a:pt x="59" y="108"/>
                      <a:pt x="57" y="108"/>
                    </a:cubicBezTo>
                    <a:lnTo>
                      <a:pt x="4" y="88"/>
                    </a:lnTo>
                    <a:cubicBezTo>
                      <a:pt x="-2" y="86"/>
                      <a:pt x="-1" y="79"/>
                      <a:pt x="4" y="77"/>
                    </a:cubicBezTo>
                    <a:lnTo>
                      <a:pt x="59" y="62"/>
                    </a:lnTo>
                    <a:cubicBezTo>
                      <a:pt x="61" y="61"/>
                      <a:pt x="62" y="60"/>
                      <a:pt x="63" y="58"/>
                    </a:cubicBezTo>
                    <a:lnTo>
                      <a:pt x="78" y="4"/>
                    </a:lnTo>
                    <a:cubicBezTo>
                      <a:pt x="80" y="-2"/>
                      <a:pt x="88" y="-2"/>
                      <a:pt x="89" y="4"/>
                    </a:cubicBezTo>
                    <a:lnTo>
                      <a:pt x="106" y="57"/>
                    </a:lnTo>
                    <a:cubicBezTo>
                      <a:pt x="107" y="59"/>
                      <a:pt x="108" y="60"/>
                      <a:pt x="110" y="6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30"/>
              <p:cNvSpPr/>
              <p:nvPr/>
            </p:nvSpPr>
            <p:spPr>
              <a:xfrm>
                <a:off x="6001036" y="2806075"/>
                <a:ext cx="108537" cy="108537"/>
              </a:xfrm>
              <a:custGeom>
                <a:rect b="b" l="l" r="r" t="t"/>
                <a:pathLst>
                  <a:path extrusionOk="0" h="166" w="166">
                    <a:moveTo>
                      <a:pt x="109" y="60"/>
                    </a:moveTo>
                    <a:lnTo>
                      <a:pt x="161" y="76"/>
                    </a:lnTo>
                    <a:cubicBezTo>
                      <a:pt x="167" y="78"/>
                      <a:pt x="167" y="86"/>
                      <a:pt x="161" y="87"/>
                    </a:cubicBezTo>
                    <a:lnTo>
                      <a:pt x="109" y="102"/>
                    </a:lnTo>
                    <a:cubicBezTo>
                      <a:pt x="108" y="103"/>
                      <a:pt x="106" y="104"/>
                      <a:pt x="105" y="106"/>
                    </a:cubicBezTo>
                    <a:lnTo>
                      <a:pt x="88" y="162"/>
                    </a:lnTo>
                    <a:cubicBezTo>
                      <a:pt x="87" y="167"/>
                      <a:pt x="79" y="167"/>
                      <a:pt x="77" y="162"/>
                    </a:cubicBezTo>
                    <a:lnTo>
                      <a:pt x="60" y="111"/>
                    </a:lnTo>
                    <a:cubicBezTo>
                      <a:pt x="60" y="109"/>
                      <a:pt x="58" y="108"/>
                      <a:pt x="57" y="107"/>
                    </a:cubicBezTo>
                    <a:lnTo>
                      <a:pt x="3" y="88"/>
                    </a:lnTo>
                    <a:cubicBezTo>
                      <a:pt x="-2" y="86"/>
                      <a:pt x="-2" y="79"/>
                      <a:pt x="3" y="77"/>
                    </a:cubicBezTo>
                    <a:lnTo>
                      <a:pt x="58" y="61"/>
                    </a:lnTo>
                    <a:cubicBezTo>
                      <a:pt x="60" y="61"/>
                      <a:pt x="61" y="59"/>
                      <a:pt x="62" y="57"/>
                    </a:cubicBezTo>
                    <a:lnTo>
                      <a:pt x="78" y="4"/>
                    </a:lnTo>
                    <a:cubicBezTo>
                      <a:pt x="79" y="-2"/>
                      <a:pt x="87" y="-2"/>
                      <a:pt x="89" y="3"/>
                    </a:cubicBezTo>
                    <a:lnTo>
                      <a:pt x="105" y="57"/>
                    </a:lnTo>
                    <a:cubicBezTo>
                      <a:pt x="106" y="58"/>
                      <a:pt x="107" y="60"/>
                      <a:pt x="109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30"/>
              <p:cNvSpPr/>
              <p:nvPr/>
            </p:nvSpPr>
            <p:spPr>
              <a:xfrm>
                <a:off x="6902024" y="3270954"/>
                <a:ext cx="108537" cy="108537"/>
              </a:xfrm>
              <a:custGeom>
                <a:rect b="b" l="l" r="r" t="t"/>
                <a:pathLst>
                  <a:path extrusionOk="0" h="166" w="166">
                    <a:moveTo>
                      <a:pt x="109" y="60"/>
                    </a:moveTo>
                    <a:lnTo>
                      <a:pt x="161" y="76"/>
                    </a:lnTo>
                    <a:cubicBezTo>
                      <a:pt x="167" y="78"/>
                      <a:pt x="167" y="86"/>
                      <a:pt x="161" y="87"/>
                    </a:cubicBezTo>
                    <a:lnTo>
                      <a:pt x="109" y="102"/>
                    </a:lnTo>
                    <a:cubicBezTo>
                      <a:pt x="107" y="103"/>
                      <a:pt x="106" y="104"/>
                      <a:pt x="105" y="106"/>
                    </a:cubicBezTo>
                    <a:lnTo>
                      <a:pt x="88" y="161"/>
                    </a:lnTo>
                    <a:cubicBezTo>
                      <a:pt x="87" y="167"/>
                      <a:pt x="79" y="167"/>
                      <a:pt x="77" y="162"/>
                    </a:cubicBezTo>
                    <a:lnTo>
                      <a:pt x="60" y="111"/>
                    </a:lnTo>
                    <a:cubicBezTo>
                      <a:pt x="60" y="109"/>
                      <a:pt x="58" y="108"/>
                      <a:pt x="57" y="107"/>
                    </a:cubicBezTo>
                    <a:lnTo>
                      <a:pt x="3" y="88"/>
                    </a:lnTo>
                    <a:cubicBezTo>
                      <a:pt x="-2" y="86"/>
                      <a:pt x="-2" y="79"/>
                      <a:pt x="3" y="77"/>
                    </a:cubicBezTo>
                    <a:lnTo>
                      <a:pt x="58" y="61"/>
                    </a:lnTo>
                    <a:cubicBezTo>
                      <a:pt x="60" y="61"/>
                      <a:pt x="61" y="59"/>
                      <a:pt x="62" y="57"/>
                    </a:cubicBezTo>
                    <a:lnTo>
                      <a:pt x="78" y="4"/>
                    </a:lnTo>
                    <a:cubicBezTo>
                      <a:pt x="79" y="-2"/>
                      <a:pt x="87" y="-2"/>
                      <a:pt x="89" y="3"/>
                    </a:cubicBezTo>
                    <a:lnTo>
                      <a:pt x="105" y="57"/>
                    </a:lnTo>
                    <a:cubicBezTo>
                      <a:pt x="106" y="58"/>
                      <a:pt x="107" y="60"/>
                      <a:pt x="109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2" name="Google Shape;412;p30"/>
          <p:cNvGrpSpPr/>
          <p:nvPr/>
        </p:nvGrpSpPr>
        <p:grpSpPr>
          <a:xfrm>
            <a:off x="5594715" y="1705966"/>
            <a:ext cx="1587460" cy="1585790"/>
            <a:chOff x="8972371" y="6979"/>
            <a:chExt cx="2687876" cy="2685048"/>
          </a:xfrm>
        </p:grpSpPr>
        <p:sp>
          <p:nvSpPr>
            <p:cNvPr id="413" name="Google Shape;413;p30"/>
            <p:cNvSpPr/>
            <p:nvPr/>
          </p:nvSpPr>
          <p:spPr>
            <a:xfrm>
              <a:off x="8972371" y="6979"/>
              <a:ext cx="2687876" cy="2685048"/>
            </a:xfrm>
            <a:custGeom>
              <a:rect b="b" l="l" r="r" t="t"/>
              <a:pathLst>
                <a:path extrusionOk="0" h="1899" w="1901">
                  <a:moveTo>
                    <a:pt x="951" y="1899"/>
                  </a:moveTo>
                  <a:cubicBezTo>
                    <a:pt x="901" y="1899"/>
                    <a:pt x="852" y="1896"/>
                    <a:pt x="803" y="1888"/>
                  </a:cubicBezTo>
                  <a:cubicBezTo>
                    <a:pt x="704" y="1873"/>
                    <a:pt x="608" y="1841"/>
                    <a:pt x="518" y="1795"/>
                  </a:cubicBezTo>
                  <a:cubicBezTo>
                    <a:pt x="364" y="1717"/>
                    <a:pt x="235" y="1598"/>
                    <a:pt x="144" y="1453"/>
                  </a:cubicBezTo>
                  <a:cubicBezTo>
                    <a:pt x="50" y="1302"/>
                    <a:pt x="0" y="1128"/>
                    <a:pt x="0" y="950"/>
                  </a:cubicBezTo>
                  <a:cubicBezTo>
                    <a:pt x="0" y="828"/>
                    <a:pt x="23" y="710"/>
                    <a:pt x="68" y="598"/>
                  </a:cubicBezTo>
                  <a:cubicBezTo>
                    <a:pt x="154" y="382"/>
                    <a:pt x="316" y="206"/>
                    <a:pt x="523" y="101"/>
                  </a:cubicBezTo>
                  <a:cubicBezTo>
                    <a:pt x="657" y="34"/>
                    <a:pt x="800" y="0"/>
                    <a:pt x="951" y="0"/>
                  </a:cubicBezTo>
                  <a:cubicBezTo>
                    <a:pt x="1114" y="0"/>
                    <a:pt x="1276" y="42"/>
                    <a:pt x="1418" y="122"/>
                  </a:cubicBezTo>
                  <a:cubicBezTo>
                    <a:pt x="1555" y="200"/>
                    <a:pt x="1672" y="312"/>
                    <a:pt x="1756" y="445"/>
                  </a:cubicBezTo>
                  <a:cubicBezTo>
                    <a:pt x="1814" y="538"/>
                    <a:pt x="1856" y="640"/>
                    <a:pt x="1879" y="746"/>
                  </a:cubicBezTo>
                  <a:cubicBezTo>
                    <a:pt x="1880" y="748"/>
                    <a:pt x="1880" y="750"/>
                    <a:pt x="1880" y="751"/>
                  </a:cubicBezTo>
                  <a:cubicBezTo>
                    <a:pt x="1886" y="777"/>
                    <a:pt x="1891" y="804"/>
                    <a:pt x="1894" y="831"/>
                  </a:cubicBezTo>
                  <a:cubicBezTo>
                    <a:pt x="1896" y="845"/>
                    <a:pt x="1897" y="859"/>
                    <a:pt x="1898" y="873"/>
                  </a:cubicBezTo>
                  <a:cubicBezTo>
                    <a:pt x="1900" y="898"/>
                    <a:pt x="1901" y="924"/>
                    <a:pt x="1901" y="950"/>
                  </a:cubicBezTo>
                  <a:cubicBezTo>
                    <a:pt x="1901" y="1126"/>
                    <a:pt x="1853" y="1297"/>
                    <a:pt x="1762" y="1446"/>
                  </a:cubicBezTo>
                  <a:lnTo>
                    <a:pt x="1760" y="1449"/>
                  </a:lnTo>
                  <a:cubicBezTo>
                    <a:pt x="1744" y="1475"/>
                    <a:pt x="1727" y="1500"/>
                    <a:pt x="1709" y="1524"/>
                  </a:cubicBezTo>
                  <a:cubicBezTo>
                    <a:pt x="1622" y="1637"/>
                    <a:pt x="1508" y="1732"/>
                    <a:pt x="1381" y="1797"/>
                  </a:cubicBezTo>
                  <a:cubicBezTo>
                    <a:pt x="1246" y="1865"/>
                    <a:pt x="1102" y="1899"/>
                    <a:pt x="951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9174562" y="57881"/>
              <a:ext cx="2262284" cy="2542242"/>
            </a:xfrm>
            <a:custGeom>
              <a:rect b="b" l="l" r="r" t="t"/>
              <a:pathLst>
                <a:path extrusionOk="0" h="1798" w="1600">
                  <a:moveTo>
                    <a:pt x="1302" y="863"/>
                  </a:moveTo>
                  <a:cubicBezTo>
                    <a:pt x="1302" y="1038"/>
                    <a:pt x="1672" y="1253"/>
                    <a:pt x="1587" y="1391"/>
                  </a:cubicBezTo>
                  <a:cubicBezTo>
                    <a:pt x="1466" y="1588"/>
                    <a:pt x="1271" y="1736"/>
                    <a:pt x="1042" y="1797"/>
                  </a:cubicBezTo>
                  <a:cubicBezTo>
                    <a:pt x="1029" y="1800"/>
                    <a:pt x="824" y="1717"/>
                    <a:pt x="818" y="1717"/>
                  </a:cubicBezTo>
                  <a:cubicBezTo>
                    <a:pt x="767" y="1717"/>
                    <a:pt x="583" y="1799"/>
                    <a:pt x="551" y="1790"/>
                  </a:cubicBezTo>
                  <a:cubicBezTo>
                    <a:pt x="445" y="1759"/>
                    <a:pt x="348" y="1710"/>
                    <a:pt x="262" y="1646"/>
                  </a:cubicBezTo>
                  <a:cubicBezTo>
                    <a:pt x="38" y="1480"/>
                    <a:pt x="216" y="1171"/>
                    <a:pt x="216" y="871"/>
                  </a:cubicBezTo>
                  <a:cubicBezTo>
                    <a:pt x="216" y="707"/>
                    <a:pt x="-63" y="596"/>
                    <a:pt x="13" y="463"/>
                  </a:cubicBezTo>
                  <a:cubicBezTo>
                    <a:pt x="170" y="187"/>
                    <a:pt x="467" y="0"/>
                    <a:pt x="808" y="0"/>
                  </a:cubicBezTo>
                  <a:cubicBezTo>
                    <a:pt x="981" y="0"/>
                    <a:pt x="1143" y="49"/>
                    <a:pt x="1282" y="133"/>
                  </a:cubicBezTo>
                  <a:cubicBezTo>
                    <a:pt x="1545" y="293"/>
                    <a:pt x="1302" y="532"/>
                    <a:pt x="1302" y="8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0609698" y="245933"/>
              <a:ext cx="998233" cy="1778721"/>
            </a:xfrm>
            <a:custGeom>
              <a:rect b="b" l="l" r="r" t="t"/>
              <a:pathLst>
                <a:path extrusionOk="0" h="1258" w="706">
                  <a:moveTo>
                    <a:pt x="706" y="781"/>
                  </a:moveTo>
                  <a:cubicBezTo>
                    <a:pt x="706" y="956"/>
                    <a:pt x="657" y="1120"/>
                    <a:pt x="572" y="1258"/>
                  </a:cubicBezTo>
                  <a:cubicBezTo>
                    <a:pt x="538" y="1243"/>
                    <a:pt x="508" y="1216"/>
                    <a:pt x="485" y="1186"/>
                  </a:cubicBezTo>
                  <a:cubicBezTo>
                    <a:pt x="472" y="1169"/>
                    <a:pt x="459" y="1151"/>
                    <a:pt x="439" y="1143"/>
                  </a:cubicBezTo>
                  <a:cubicBezTo>
                    <a:pt x="423" y="1137"/>
                    <a:pt x="406" y="1139"/>
                    <a:pt x="390" y="1141"/>
                  </a:cubicBezTo>
                  <a:cubicBezTo>
                    <a:pt x="303" y="1148"/>
                    <a:pt x="213" y="1133"/>
                    <a:pt x="139" y="1088"/>
                  </a:cubicBezTo>
                  <a:cubicBezTo>
                    <a:pt x="65" y="1042"/>
                    <a:pt x="9" y="964"/>
                    <a:pt x="1" y="878"/>
                  </a:cubicBezTo>
                  <a:cubicBezTo>
                    <a:pt x="-11" y="756"/>
                    <a:pt x="70" y="645"/>
                    <a:pt x="160" y="562"/>
                  </a:cubicBezTo>
                  <a:cubicBezTo>
                    <a:pt x="199" y="528"/>
                    <a:pt x="243" y="484"/>
                    <a:pt x="231" y="434"/>
                  </a:cubicBezTo>
                  <a:cubicBezTo>
                    <a:pt x="225" y="414"/>
                    <a:pt x="211" y="397"/>
                    <a:pt x="199" y="381"/>
                  </a:cubicBezTo>
                  <a:cubicBezTo>
                    <a:pt x="156" y="322"/>
                    <a:pt x="146" y="249"/>
                    <a:pt x="156" y="176"/>
                  </a:cubicBezTo>
                  <a:cubicBezTo>
                    <a:pt x="166" y="107"/>
                    <a:pt x="192" y="42"/>
                    <a:pt x="252" y="8"/>
                  </a:cubicBezTo>
                  <a:cubicBezTo>
                    <a:pt x="257" y="5"/>
                    <a:pt x="262" y="2"/>
                    <a:pt x="267" y="0"/>
                  </a:cubicBezTo>
                  <a:cubicBezTo>
                    <a:pt x="530" y="160"/>
                    <a:pt x="706" y="450"/>
                    <a:pt x="706" y="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9024686" y="712530"/>
              <a:ext cx="725345" cy="1672676"/>
            </a:xfrm>
            <a:custGeom>
              <a:rect b="b" l="l" r="r" t="t"/>
              <a:pathLst>
                <a:path extrusionOk="0" h="1183" w="513">
                  <a:moveTo>
                    <a:pt x="507" y="1014"/>
                  </a:moveTo>
                  <a:cubicBezTo>
                    <a:pt x="490" y="1086"/>
                    <a:pt x="434" y="1141"/>
                    <a:pt x="368" y="1183"/>
                  </a:cubicBezTo>
                  <a:cubicBezTo>
                    <a:pt x="145" y="1017"/>
                    <a:pt x="0" y="751"/>
                    <a:pt x="0" y="451"/>
                  </a:cubicBezTo>
                  <a:cubicBezTo>
                    <a:pt x="0" y="287"/>
                    <a:pt x="43" y="133"/>
                    <a:pt x="119" y="0"/>
                  </a:cubicBezTo>
                  <a:cubicBezTo>
                    <a:pt x="206" y="0"/>
                    <a:pt x="298" y="68"/>
                    <a:pt x="360" y="132"/>
                  </a:cubicBezTo>
                  <a:cubicBezTo>
                    <a:pt x="451" y="224"/>
                    <a:pt x="496" y="341"/>
                    <a:pt x="509" y="469"/>
                  </a:cubicBezTo>
                  <a:cubicBezTo>
                    <a:pt x="523" y="597"/>
                    <a:pt x="501" y="718"/>
                    <a:pt x="432" y="827"/>
                  </a:cubicBezTo>
                  <a:cubicBezTo>
                    <a:pt x="494" y="862"/>
                    <a:pt x="522" y="943"/>
                    <a:pt x="507" y="10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9914046" y="564067"/>
              <a:ext cx="733828" cy="675857"/>
            </a:xfrm>
            <a:custGeom>
              <a:rect b="b" l="l" r="r" t="t"/>
              <a:pathLst>
                <a:path extrusionOk="0" h="478" w="519">
                  <a:moveTo>
                    <a:pt x="519" y="316"/>
                  </a:moveTo>
                  <a:cubicBezTo>
                    <a:pt x="483" y="331"/>
                    <a:pt x="511" y="454"/>
                    <a:pt x="511" y="454"/>
                  </a:cubicBezTo>
                  <a:cubicBezTo>
                    <a:pt x="511" y="454"/>
                    <a:pt x="465" y="430"/>
                    <a:pt x="392" y="423"/>
                  </a:cubicBezTo>
                  <a:cubicBezTo>
                    <a:pt x="320" y="415"/>
                    <a:pt x="313" y="428"/>
                    <a:pt x="313" y="428"/>
                  </a:cubicBezTo>
                  <a:cubicBezTo>
                    <a:pt x="313" y="428"/>
                    <a:pt x="288" y="421"/>
                    <a:pt x="206" y="434"/>
                  </a:cubicBezTo>
                  <a:cubicBezTo>
                    <a:pt x="127" y="446"/>
                    <a:pt x="94" y="494"/>
                    <a:pt x="89" y="474"/>
                  </a:cubicBezTo>
                  <a:cubicBezTo>
                    <a:pt x="53" y="330"/>
                    <a:pt x="0" y="331"/>
                    <a:pt x="0" y="331"/>
                  </a:cubicBezTo>
                  <a:lnTo>
                    <a:pt x="152" y="48"/>
                  </a:lnTo>
                  <a:cubicBezTo>
                    <a:pt x="162" y="57"/>
                    <a:pt x="188" y="13"/>
                    <a:pt x="207" y="18"/>
                  </a:cubicBezTo>
                  <a:cubicBezTo>
                    <a:pt x="244" y="26"/>
                    <a:pt x="253" y="22"/>
                    <a:pt x="287" y="1"/>
                  </a:cubicBezTo>
                  <a:cubicBezTo>
                    <a:pt x="294" y="-4"/>
                    <a:pt x="340" y="48"/>
                    <a:pt x="345" y="42"/>
                  </a:cubicBezTo>
                  <a:lnTo>
                    <a:pt x="519" y="3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9914046" y="975520"/>
              <a:ext cx="733828" cy="1665607"/>
            </a:xfrm>
            <a:custGeom>
              <a:rect b="b" l="l" r="r" t="t"/>
              <a:pathLst>
                <a:path extrusionOk="0" h="1178" w="519">
                  <a:moveTo>
                    <a:pt x="519" y="25"/>
                  </a:moveTo>
                  <a:lnTo>
                    <a:pt x="519" y="1148"/>
                  </a:lnTo>
                  <a:cubicBezTo>
                    <a:pt x="506" y="1151"/>
                    <a:pt x="493" y="1154"/>
                    <a:pt x="479" y="1157"/>
                  </a:cubicBezTo>
                  <a:cubicBezTo>
                    <a:pt x="478" y="1157"/>
                    <a:pt x="474" y="1119"/>
                    <a:pt x="473" y="1119"/>
                  </a:cubicBezTo>
                  <a:cubicBezTo>
                    <a:pt x="471" y="1119"/>
                    <a:pt x="471" y="1159"/>
                    <a:pt x="468" y="1159"/>
                  </a:cubicBezTo>
                  <a:cubicBezTo>
                    <a:pt x="419" y="1170"/>
                    <a:pt x="367" y="1176"/>
                    <a:pt x="315" y="1177"/>
                  </a:cubicBezTo>
                  <a:cubicBezTo>
                    <a:pt x="314" y="1177"/>
                    <a:pt x="308" y="1140"/>
                    <a:pt x="306" y="1140"/>
                  </a:cubicBezTo>
                  <a:cubicBezTo>
                    <a:pt x="304" y="1140"/>
                    <a:pt x="306" y="1177"/>
                    <a:pt x="304" y="1178"/>
                  </a:cubicBezTo>
                  <a:cubicBezTo>
                    <a:pt x="298" y="1178"/>
                    <a:pt x="291" y="1178"/>
                    <a:pt x="285" y="1178"/>
                  </a:cubicBezTo>
                  <a:cubicBezTo>
                    <a:pt x="234" y="1178"/>
                    <a:pt x="184" y="1174"/>
                    <a:pt x="136" y="1166"/>
                  </a:cubicBezTo>
                  <a:cubicBezTo>
                    <a:pt x="134" y="1166"/>
                    <a:pt x="133" y="1135"/>
                    <a:pt x="131" y="1134"/>
                  </a:cubicBezTo>
                  <a:cubicBezTo>
                    <a:pt x="129" y="1134"/>
                    <a:pt x="127" y="1164"/>
                    <a:pt x="125" y="1164"/>
                  </a:cubicBezTo>
                  <a:cubicBezTo>
                    <a:pt x="92" y="1158"/>
                    <a:pt x="60" y="1151"/>
                    <a:pt x="28" y="1141"/>
                  </a:cubicBezTo>
                  <a:lnTo>
                    <a:pt x="0" y="40"/>
                  </a:lnTo>
                  <a:cubicBezTo>
                    <a:pt x="0" y="40"/>
                    <a:pt x="85" y="9"/>
                    <a:pt x="125" y="123"/>
                  </a:cubicBezTo>
                  <a:cubicBezTo>
                    <a:pt x="128" y="131"/>
                    <a:pt x="130" y="139"/>
                    <a:pt x="132" y="148"/>
                  </a:cubicBezTo>
                  <a:cubicBezTo>
                    <a:pt x="132" y="145"/>
                    <a:pt x="131" y="133"/>
                    <a:pt x="133" y="117"/>
                  </a:cubicBezTo>
                  <a:cubicBezTo>
                    <a:pt x="136" y="85"/>
                    <a:pt x="150" y="39"/>
                    <a:pt x="203" y="31"/>
                  </a:cubicBezTo>
                  <a:cubicBezTo>
                    <a:pt x="264" y="21"/>
                    <a:pt x="295" y="84"/>
                    <a:pt x="307" y="117"/>
                  </a:cubicBezTo>
                  <a:cubicBezTo>
                    <a:pt x="312" y="129"/>
                    <a:pt x="314" y="137"/>
                    <a:pt x="314" y="137"/>
                  </a:cubicBezTo>
                  <a:cubicBezTo>
                    <a:pt x="314" y="137"/>
                    <a:pt x="314" y="130"/>
                    <a:pt x="314" y="119"/>
                  </a:cubicBezTo>
                  <a:cubicBezTo>
                    <a:pt x="317" y="81"/>
                    <a:pt x="330" y="-5"/>
                    <a:pt x="386" y="1"/>
                  </a:cubicBezTo>
                  <a:cubicBezTo>
                    <a:pt x="450" y="8"/>
                    <a:pt x="472" y="96"/>
                    <a:pt x="477" y="118"/>
                  </a:cubicBezTo>
                  <a:cubicBezTo>
                    <a:pt x="477" y="121"/>
                    <a:pt x="478" y="122"/>
                    <a:pt x="478" y="122"/>
                  </a:cubicBezTo>
                  <a:cubicBezTo>
                    <a:pt x="478" y="122"/>
                    <a:pt x="478" y="121"/>
                    <a:pt x="478" y="119"/>
                  </a:cubicBezTo>
                  <a:cubicBezTo>
                    <a:pt x="479" y="102"/>
                    <a:pt x="488" y="38"/>
                    <a:pt x="519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9" name="Google Shape;419;p30"/>
            <p:cNvGrpSpPr/>
            <p:nvPr/>
          </p:nvGrpSpPr>
          <p:grpSpPr>
            <a:xfrm>
              <a:off x="10090787" y="392982"/>
              <a:ext cx="500530" cy="2248145"/>
              <a:chOff x="10090787" y="392982"/>
              <a:chExt cx="500530" cy="2248145"/>
            </a:xfrm>
          </p:grpSpPr>
          <p:sp>
            <p:nvSpPr>
              <p:cNvPr id="420" name="Google Shape;420;p30"/>
              <p:cNvSpPr/>
              <p:nvPr/>
            </p:nvSpPr>
            <p:spPr>
              <a:xfrm>
                <a:off x="10128963" y="392982"/>
                <a:ext cx="272888" cy="275716"/>
              </a:xfrm>
              <a:custGeom>
                <a:rect b="b" l="l" r="r" t="t"/>
                <a:pathLst>
                  <a:path extrusionOk="0" h="195" w="193">
                    <a:moveTo>
                      <a:pt x="193" y="162"/>
                    </a:moveTo>
                    <a:cubicBezTo>
                      <a:pt x="188" y="169"/>
                      <a:pt x="182" y="175"/>
                      <a:pt x="175" y="179"/>
                    </a:cubicBezTo>
                    <a:cubicBezTo>
                      <a:pt x="141" y="200"/>
                      <a:pt x="80" y="198"/>
                      <a:pt x="42" y="189"/>
                    </a:cubicBezTo>
                    <a:cubicBezTo>
                      <a:pt x="23" y="185"/>
                      <a:pt x="10" y="178"/>
                      <a:pt x="0" y="169"/>
                    </a:cubicBezTo>
                    <a:lnTo>
                      <a:pt x="91" y="0"/>
                    </a:lnTo>
                    <a:lnTo>
                      <a:pt x="193" y="16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5200" lIns="90000" spcFirstLastPara="1" rIns="90000" wrap="square" tIns="252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0090787" y="1140950"/>
                <a:ext cx="15553" cy="1483210"/>
              </a:xfrm>
              <a:custGeom>
                <a:rect b="b" l="l" r="r" t="t"/>
                <a:pathLst>
                  <a:path extrusionOk="0" h="1049" w="11">
                    <a:moveTo>
                      <a:pt x="11" y="5"/>
                    </a:moveTo>
                    <a:lnTo>
                      <a:pt x="11" y="1049"/>
                    </a:lnTo>
                    <a:cubicBezTo>
                      <a:pt x="7" y="1048"/>
                      <a:pt x="4" y="1048"/>
                      <a:pt x="0" y="1047"/>
                    </a:cubicBezTo>
                    <a:lnTo>
                      <a:pt x="0" y="5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1"/>
                      <a:pt x="11" y="3"/>
                      <a:pt x="11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0343880" y="1140950"/>
                <a:ext cx="15553" cy="1500177"/>
              </a:xfrm>
              <a:custGeom>
                <a:rect b="b" l="l" r="r" t="t"/>
                <a:pathLst>
                  <a:path extrusionOk="0" h="1061" w="11">
                    <a:moveTo>
                      <a:pt x="11" y="5"/>
                    </a:moveTo>
                    <a:lnTo>
                      <a:pt x="11" y="1060"/>
                    </a:lnTo>
                    <a:cubicBezTo>
                      <a:pt x="8" y="1060"/>
                      <a:pt x="4" y="1061"/>
                      <a:pt x="0" y="1061"/>
                    </a:cubicBezTo>
                    <a:lnTo>
                      <a:pt x="0" y="5"/>
                    </a:lnTo>
                    <a:cubicBezTo>
                      <a:pt x="0" y="3"/>
                      <a:pt x="1" y="1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9" y="1"/>
                      <a:pt x="10" y="2"/>
                    </a:cubicBezTo>
                    <a:cubicBezTo>
                      <a:pt x="11" y="3"/>
                      <a:pt x="11" y="4"/>
                      <a:pt x="11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0"/>
              <p:cNvSpPr/>
              <p:nvPr/>
            </p:nvSpPr>
            <p:spPr>
              <a:xfrm>
                <a:off x="10575764" y="1140950"/>
                <a:ext cx="15553" cy="1473312"/>
              </a:xfrm>
              <a:custGeom>
                <a:rect b="b" l="l" r="r" t="t"/>
                <a:pathLst>
                  <a:path extrusionOk="0" h="1042" w="11">
                    <a:moveTo>
                      <a:pt x="11" y="5"/>
                    </a:moveTo>
                    <a:lnTo>
                      <a:pt x="11" y="1040"/>
                    </a:lnTo>
                    <a:cubicBezTo>
                      <a:pt x="8" y="1041"/>
                      <a:pt x="4" y="1042"/>
                      <a:pt x="0" y="1042"/>
                    </a:cubicBezTo>
                    <a:lnTo>
                      <a:pt x="0" y="5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7" y="0"/>
                      <a:pt x="8" y="0"/>
                      <a:pt x="9" y="0"/>
                    </a:cubicBezTo>
                    <a:cubicBezTo>
                      <a:pt x="9" y="1"/>
                      <a:pt x="10" y="1"/>
                      <a:pt x="10" y="1"/>
                    </a:cubicBezTo>
                    <a:cubicBezTo>
                      <a:pt x="11" y="2"/>
                      <a:pt x="11" y="4"/>
                      <a:pt x="11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" name="Google Shape;424;p30"/>
            <p:cNvGrpSpPr/>
            <p:nvPr/>
          </p:nvGrpSpPr>
          <p:grpSpPr>
            <a:xfrm>
              <a:off x="9194357" y="223310"/>
              <a:ext cx="2245316" cy="873808"/>
              <a:chOff x="9194357" y="223310"/>
              <a:chExt cx="2245316" cy="873808"/>
            </a:xfrm>
          </p:grpSpPr>
          <p:sp>
            <p:nvSpPr>
              <p:cNvPr id="425" name="Google Shape;425;p30"/>
              <p:cNvSpPr/>
              <p:nvPr/>
            </p:nvSpPr>
            <p:spPr>
              <a:xfrm>
                <a:off x="9194357" y="786054"/>
                <a:ext cx="251679" cy="196536"/>
              </a:xfrm>
              <a:custGeom>
                <a:rect b="b" l="l" r="r" t="t"/>
                <a:pathLst>
                  <a:path extrusionOk="0" h="139" w="178">
                    <a:moveTo>
                      <a:pt x="152" y="139"/>
                    </a:moveTo>
                    <a:lnTo>
                      <a:pt x="0" y="59"/>
                    </a:lnTo>
                    <a:lnTo>
                      <a:pt x="20" y="23"/>
                    </a:lnTo>
                    <a:cubicBezTo>
                      <a:pt x="32" y="-1"/>
                      <a:pt x="51" y="-6"/>
                      <a:pt x="76" y="7"/>
                    </a:cubicBezTo>
                    <a:lnTo>
                      <a:pt x="153" y="47"/>
                    </a:lnTo>
                    <a:cubicBezTo>
                      <a:pt x="178" y="61"/>
                      <a:pt x="184" y="79"/>
                      <a:pt x="171" y="103"/>
                    </a:cubicBezTo>
                    <a:lnTo>
                      <a:pt x="152" y="139"/>
                    </a:lnTo>
                    <a:moveTo>
                      <a:pt x="143" y="104"/>
                    </a:moveTo>
                    <a:lnTo>
                      <a:pt x="149" y="92"/>
                    </a:lnTo>
                    <a:cubicBezTo>
                      <a:pt x="154" y="84"/>
                      <a:pt x="151" y="77"/>
                      <a:pt x="141" y="72"/>
                    </a:cubicBezTo>
                    <a:lnTo>
                      <a:pt x="62" y="30"/>
                    </a:lnTo>
                    <a:cubicBezTo>
                      <a:pt x="52" y="25"/>
                      <a:pt x="45" y="27"/>
                      <a:pt x="41" y="35"/>
                    </a:cubicBezTo>
                    <a:lnTo>
                      <a:pt x="35" y="47"/>
                    </a:lnTo>
                    <a:lnTo>
                      <a:pt x="143" y="10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5025" lIns="90000" spcFirstLastPara="1" rIns="90000" wrap="square" tIns="5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9297574" y="609313"/>
                <a:ext cx="255921" cy="229056"/>
              </a:xfrm>
              <a:custGeom>
                <a:rect b="b" l="l" r="r" t="t"/>
                <a:pathLst>
                  <a:path extrusionOk="0" h="162" w="181">
                    <a:moveTo>
                      <a:pt x="137" y="162"/>
                    </a:moveTo>
                    <a:lnTo>
                      <a:pt x="0" y="58"/>
                    </a:lnTo>
                    <a:lnTo>
                      <a:pt x="45" y="0"/>
                    </a:lnTo>
                    <a:lnTo>
                      <a:pt x="64" y="15"/>
                    </a:lnTo>
                    <a:lnTo>
                      <a:pt x="36" y="52"/>
                    </a:lnTo>
                    <a:lnTo>
                      <a:pt x="72" y="79"/>
                    </a:lnTo>
                    <a:lnTo>
                      <a:pt x="94" y="50"/>
                    </a:lnTo>
                    <a:lnTo>
                      <a:pt x="114" y="64"/>
                    </a:lnTo>
                    <a:lnTo>
                      <a:pt x="92" y="94"/>
                    </a:lnTo>
                    <a:lnTo>
                      <a:pt x="134" y="126"/>
                    </a:lnTo>
                    <a:lnTo>
                      <a:pt x="162" y="89"/>
                    </a:lnTo>
                    <a:lnTo>
                      <a:pt x="181" y="103"/>
                    </a:lnTo>
                    <a:lnTo>
                      <a:pt x="137" y="16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3300" lIns="90000" spcFirstLastPara="1" rIns="90000" wrap="square" tIns="133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9434725" y="489129"/>
                <a:ext cx="210675" cy="214917"/>
              </a:xfrm>
              <a:custGeom>
                <a:rect b="b" l="l" r="r" t="t"/>
                <a:pathLst>
                  <a:path extrusionOk="0" h="152" w="149">
                    <a:moveTo>
                      <a:pt x="13" y="71"/>
                    </a:moveTo>
                    <a:cubicBezTo>
                      <a:pt x="-5" y="51"/>
                      <a:pt x="-6" y="31"/>
                      <a:pt x="13" y="13"/>
                    </a:cubicBezTo>
                    <a:cubicBezTo>
                      <a:pt x="31" y="-5"/>
                      <a:pt x="52" y="-4"/>
                      <a:pt x="71" y="16"/>
                    </a:cubicBezTo>
                    <a:lnTo>
                      <a:pt x="83" y="29"/>
                    </a:lnTo>
                    <a:lnTo>
                      <a:pt x="65" y="46"/>
                    </a:lnTo>
                    <a:lnTo>
                      <a:pt x="51" y="32"/>
                    </a:lnTo>
                    <a:cubicBezTo>
                      <a:pt x="44" y="24"/>
                      <a:pt x="37" y="24"/>
                      <a:pt x="30" y="30"/>
                    </a:cubicBezTo>
                    <a:cubicBezTo>
                      <a:pt x="24" y="36"/>
                      <a:pt x="24" y="43"/>
                      <a:pt x="32" y="51"/>
                    </a:cubicBezTo>
                    <a:lnTo>
                      <a:pt x="98" y="120"/>
                    </a:lnTo>
                    <a:cubicBezTo>
                      <a:pt x="105" y="128"/>
                      <a:pt x="112" y="128"/>
                      <a:pt x="118" y="122"/>
                    </a:cubicBezTo>
                    <a:cubicBezTo>
                      <a:pt x="125" y="116"/>
                      <a:pt x="125" y="109"/>
                      <a:pt x="117" y="101"/>
                    </a:cubicBezTo>
                    <a:lnTo>
                      <a:pt x="100" y="83"/>
                    </a:lnTo>
                    <a:lnTo>
                      <a:pt x="118" y="65"/>
                    </a:lnTo>
                    <a:lnTo>
                      <a:pt x="134" y="82"/>
                    </a:lnTo>
                    <a:cubicBezTo>
                      <a:pt x="153" y="101"/>
                      <a:pt x="153" y="122"/>
                      <a:pt x="135" y="140"/>
                    </a:cubicBezTo>
                    <a:cubicBezTo>
                      <a:pt x="116" y="158"/>
                      <a:pt x="95" y="156"/>
                      <a:pt x="77" y="137"/>
                    </a:cubicBezTo>
                    <a:lnTo>
                      <a:pt x="13" y="7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0"/>
              <p:cNvSpPr/>
              <p:nvPr/>
            </p:nvSpPr>
            <p:spPr>
              <a:xfrm>
                <a:off x="9559150" y="397224"/>
                <a:ext cx="175327" cy="219159"/>
              </a:xfrm>
              <a:custGeom>
                <a:rect b="b" l="l" r="r" t="t"/>
                <a:pathLst>
                  <a:path extrusionOk="0" h="155" w="124">
                    <a:moveTo>
                      <a:pt x="102" y="155"/>
                    </a:moveTo>
                    <a:lnTo>
                      <a:pt x="0" y="16"/>
                    </a:lnTo>
                    <a:lnTo>
                      <a:pt x="22" y="0"/>
                    </a:lnTo>
                    <a:lnTo>
                      <a:pt x="124" y="139"/>
                    </a:lnTo>
                    <a:lnTo>
                      <a:pt x="102" y="15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0800" lIns="90000" spcFirstLastPara="1" rIns="90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0"/>
              <p:cNvSpPr/>
              <p:nvPr/>
            </p:nvSpPr>
            <p:spPr>
              <a:xfrm>
                <a:off x="9662367" y="310974"/>
                <a:ext cx="199364" cy="250265"/>
              </a:xfrm>
              <a:custGeom>
                <a:rect b="b" l="l" r="r" t="t"/>
                <a:pathLst>
                  <a:path extrusionOk="0" h="177" w="141">
                    <a:moveTo>
                      <a:pt x="83" y="177"/>
                    </a:moveTo>
                    <a:lnTo>
                      <a:pt x="0" y="27"/>
                    </a:lnTo>
                    <a:lnTo>
                      <a:pt x="36" y="7"/>
                    </a:lnTo>
                    <a:cubicBezTo>
                      <a:pt x="60" y="-6"/>
                      <a:pt x="79" y="0"/>
                      <a:pt x="92" y="25"/>
                    </a:cubicBezTo>
                    <a:lnTo>
                      <a:pt x="134" y="101"/>
                    </a:lnTo>
                    <a:cubicBezTo>
                      <a:pt x="147" y="126"/>
                      <a:pt x="142" y="145"/>
                      <a:pt x="119" y="157"/>
                    </a:cubicBezTo>
                    <a:lnTo>
                      <a:pt x="83" y="177"/>
                    </a:lnTo>
                    <a:moveTo>
                      <a:pt x="95" y="143"/>
                    </a:moveTo>
                    <a:lnTo>
                      <a:pt x="107" y="136"/>
                    </a:lnTo>
                    <a:cubicBezTo>
                      <a:pt x="115" y="132"/>
                      <a:pt x="116" y="125"/>
                      <a:pt x="111" y="115"/>
                    </a:cubicBezTo>
                    <a:lnTo>
                      <a:pt x="68" y="37"/>
                    </a:lnTo>
                    <a:cubicBezTo>
                      <a:pt x="63" y="27"/>
                      <a:pt x="56" y="24"/>
                      <a:pt x="48" y="29"/>
                    </a:cubicBezTo>
                    <a:lnTo>
                      <a:pt x="36" y="35"/>
                    </a:lnTo>
                    <a:lnTo>
                      <a:pt x="95" y="14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8700" lIns="90000" spcFirstLastPara="1" rIns="90000" wrap="square" tIns="18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0"/>
              <p:cNvSpPr/>
              <p:nvPr/>
            </p:nvSpPr>
            <p:spPr>
              <a:xfrm>
                <a:off x="9846178" y="223310"/>
                <a:ext cx="179569" cy="262991"/>
              </a:xfrm>
              <a:custGeom>
                <a:rect b="b" l="l" r="r" t="t"/>
                <a:pathLst>
                  <a:path extrusionOk="0" h="186" w="127">
                    <a:moveTo>
                      <a:pt x="57" y="186"/>
                    </a:moveTo>
                    <a:lnTo>
                      <a:pt x="0" y="24"/>
                    </a:lnTo>
                    <a:lnTo>
                      <a:pt x="69" y="0"/>
                    </a:lnTo>
                    <a:lnTo>
                      <a:pt x="78" y="23"/>
                    </a:lnTo>
                    <a:lnTo>
                      <a:pt x="34" y="38"/>
                    </a:lnTo>
                    <a:lnTo>
                      <a:pt x="49" y="81"/>
                    </a:lnTo>
                    <a:lnTo>
                      <a:pt x="84" y="69"/>
                    </a:lnTo>
                    <a:lnTo>
                      <a:pt x="92" y="92"/>
                    </a:lnTo>
                    <a:lnTo>
                      <a:pt x="57" y="104"/>
                    </a:lnTo>
                    <a:lnTo>
                      <a:pt x="75" y="154"/>
                    </a:lnTo>
                    <a:lnTo>
                      <a:pt x="118" y="138"/>
                    </a:lnTo>
                    <a:lnTo>
                      <a:pt x="127" y="161"/>
                    </a:lnTo>
                    <a:lnTo>
                      <a:pt x="57" y="1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1950" lIns="90000" spcFirstLastPara="1" rIns="90000" wrap="square" tIns="21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0"/>
              <p:cNvSpPr/>
              <p:nvPr/>
            </p:nvSpPr>
            <p:spPr>
              <a:xfrm>
                <a:off x="10564452" y="234622"/>
                <a:ext cx="168257" cy="260163"/>
              </a:xfrm>
              <a:custGeom>
                <a:rect b="b" l="l" r="r" t="t"/>
                <a:pathLst>
                  <a:path extrusionOk="0" h="184" w="119">
                    <a:moveTo>
                      <a:pt x="62" y="175"/>
                    </a:moveTo>
                    <a:lnTo>
                      <a:pt x="69" y="141"/>
                    </a:lnTo>
                    <a:lnTo>
                      <a:pt x="39" y="131"/>
                    </a:lnTo>
                    <a:lnTo>
                      <a:pt x="24" y="161"/>
                    </a:lnTo>
                    <a:lnTo>
                      <a:pt x="0" y="152"/>
                    </a:lnTo>
                    <a:lnTo>
                      <a:pt x="84" y="0"/>
                    </a:lnTo>
                    <a:lnTo>
                      <a:pt x="119" y="13"/>
                    </a:lnTo>
                    <a:lnTo>
                      <a:pt x="87" y="184"/>
                    </a:lnTo>
                    <a:lnTo>
                      <a:pt x="62" y="175"/>
                    </a:lnTo>
                    <a:moveTo>
                      <a:pt x="50" y="110"/>
                    </a:moveTo>
                    <a:lnTo>
                      <a:pt x="73" y="118"/>
                    </a:lnTo>
                    <a:lnTo>
                      <a:pt x="91" y="33"/>
                    </a:lnTo>
                    <a:lnTo>
                      <a:pt x="50" y="11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1225" lIns="90000" spcFirstLastPara="1" rIns="90000" wrap="square" tIns="21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0"/>
              <p:cNvSpPr/>
              <p:nvPr/>
            </p:nvSpPr>
            <p:spPr>
              <a:xfrm>
                <a:off x="10727054" y="301076"/>
                <a:ext cx="223401" cy="270060"/>
              </a:xfrm>
              <a:custGeom>
                <a:rect b="b" l="l" r="r" t="t"/>
                <a:pathLst>
                  <a:path extrusionOk="0" h="191" w="158">
                    <a:moveTo>
                      <a:pt x="0" y="150"/>
                    </a:moveTo>
                    <a:lnTo>
                      <a:pt x="84" y="0"/>
                    </a:lnTo>
                    <a:lnTo>
                      <a:pt x="113" y="17"/>
                    </a:lnTo>
                    <a:lnTo>
                      <a:pt x="86" y="120"/>
                    </a:lnTo>
                    <a:lnTo>
                      <a:pt x="137" y="30"/>
                    </a:lnTo>
                    <a:lnTo>
                      <a:pt x="158" y="42"/>
                    </a:lnTo>
                    <a:lnTo>
                      <a:pt x="73" y="191"/>
                    </a:lnTo>
                    <a:lnTo>
                      <a:pt x="49" y="178"/>
                    </a:lnTo>
                    <a:lnTo>
                      <a:pt x="82" y="53"/>
                    </a:lnTo>
                    <a:lnTo>
                      <a:pt x="20" y="162"/>
                    </a:lnTo>
                    <a:lnTo>
                      <a:pt x="0" y="1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3750" lIns="90000" spcFirstLastPara="1" rIns="90000" wrap="square" tIns="23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0"/>
              <p:cNvSpPr/>
              <p:nvPr/>
            </p:nvSpPr>
            <p:spPr>
              <a:xfrm>
                <a:off x="10940557" y="479231"/>
                <a:ext cx="192294" cy="203606"/>
              </a:xfrm>
              <a:custGeom>
                <a:rect b="b" l="l" r="r" t="t"/>
                <a:pathLst>
                  <a:path extrusionOk="0" h="144" w="136">
                    <a:moveTo>
                      <a:pt x="0" y="126"/>
                    </a:moveTo>
                    <a:lnTo>
                      <a:pt x="116" y="0"/>
                    </a:lnTo>
                    <a:lnTo>
                      <a:pt x="136" y="18"/>
                    </a:lnTo>
                    <a:lnTo>
                      <a:pt x="20" y="144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6825" lIns="90000" spcFirstLastPara="1" rIns="90000" wrap="square" tIns="6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0"/>
              <p:cNvSpPr/>
              <p:nvPr/>
            </p:nvSpPr>
            <p:spPr>
              <a:xfrm>
                <a:off x="11008425" y="566895"/>
                <a:ext cx="240368" cy="221987"/>
              </a:xfrm>
              <a:custGeom>
                <a:rect b="b" l="l" r="r" t="t"/>
                <a:pathLst>
                  <a:path extrusionOk="0" h="157" w="170">
                    <a:moveTo>
                      <a:pt x="0" y="110"/>
                    </a:moveTo>
                    <a:lnTo>
                      <a:pt x="132" y="0"/>
                    </a:lnTo>
                    <a:lnTo>
                      <a:pt x="159" y="32"/>
                    </a:lnTo>
                    <a:cubicBezTo>
                      <a:pt x="176" y="52"/>
                      <a:pt x="173" y="72"/>
                      <a:pt x="152" y="90"/>
                    </a:cubicBezTo>
                    <a:lnTo>
                      <a:pt x="85" y="145"/>
                    </a:lnTo>
                    <a:cubicBezTo>
                      <a:pt x="63" y="163"/>
                      <a:pt x="44" y="162"/>
                      <a:pt x="27" y="141"/>
                    </a:cubicBezTo>
                    <a:lnTo>
                      <a:pt x="0" y="110"/>
                    </a:lnTo>
                    <a:moveTo>
                      <a:pt x="36" y="115"/>
                    </a:moveTo>
                    <a:lnTo>
                      <a:pt x="45" y="125"/>
                    </a:lnTo>
                    <a:cubicBezTo>
                      <a:pt x="51" y="132"/>
                      <a:pt x="58" y="132"/>
                      <a:pt x="67" y="125"/>
                    </a:cubicBezTo>
                    <a:lnTo>
                      <a:pt x="135" y="68"/>
                    </a:lnTo>
                    <a:cubicBezTo>
                      <a:pt x="144" y="61"/>
                      <a:pt x="145" y="54"/>
                      <a:pt x="140" y="47"/>
                    </a:cubicBezTo>
                    <a:lnTo>
                      <a:pt x="131" y="36"/>
                    </a:lnTo>
                    <a:lnTo>
                      <a:pt x="36" y="11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500" lIns="90000" spcFirstLastPara="1" rIns="90000" wrap="square" tIns="11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0"/>
              <p:cNvSpPr/>
              <p:nvPr/>
            </p:nvSpPr>
            <p:spPr>
              <a:xfrm>
                <a:off x="11110228" y="729497"/>
                <a:ext cx="262991" cy="212089"/>
              </a:xfrm>
              <a:custGeom>
                <a:rect b="b" l="l" r="r" t="t"/>
                <a:pathLst>
                  <a:path extrusionOk="0" h="150" w="186">
                    <a:moveTo>
                      <a:pt x="0" y="87"/>
                    </a:moveTo>
                    <a:lnTo>
                      <a:pt x="148" y="0"/>
                    </a:lnTo>
                    <a:lnTo>
                      <a:pt x="186" y="63"/>
                    </a:lnTo>
                    <a:lnTo>
                      <a:pt x="165" y="76"/>
                    </a:lnTo>
                    <a:lnTo>
                      <a:pt x="141" y="36"/>
                    </a:lnTo>
                    <a:lnTo>
                      <a:pt x="102" y="58"/>
                    </a:lnTo>
                    <a:lnTo>
                      <a:pt x="121" y="90"/>
                    </a:lnTo>
                    <a:lnTo>
                      <a:pt x="99" y="103"/>
                    </a:lnTo>
                    <a:lnTo>
                      <a:pt x="81" y="71"/>
                    </a:lnTo>
                    <a:lnTo>
                      <a:pt x="35" y="98"/>
                    </a:lnTo>
                    <a:lnTo>
                      <a:pt x="59" y="138"/>
                    </a:lnTo>
                    <a:lnTo>
                      <a:pt x="38" y="15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9000" lIns="90000" spcFirstLastPara="1" rIns="90000" wrap="square" tIns="9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0"/>
              <p:cNvSpPr/>
              <p:nvPr/>
            </p:nvSpPr>
            <p:spPr>
              <a:xfrm>
                <a:off x="11180925" y="923205"/>
                <a:ext cx="258749" cy="173913"/>
              </a:xfrm>
              <a:custGeom>
                <a:rect b="b" l="l" r="r" t="t"/>
                <a:pathLst>
                  <a:path extrusionOk="0" h="123" w="183">
                    <a:moveTo>
                      <a:pt x="23" y="98"/>
                    </a:moveTo>
                    <a:lnTo>
                      <a:pt x="53" y="81"/>
                    </a:lnTo>
                    <a:lnTo>
                      <a:pt x="42" y="52"/>
                    </a:lnTo>
                    <a:lnTo>
                      <a:pt x="9" y="60"/>
                    </a:lnTo>
                    <a:lnTo>
                      <a:pt x="0" y="37"/>
                    </a:lnTo>
                    <a:lnTo>
                      <a:pt x="170" y="0"/>
                    </a:lnTo>
                    <a:lnTo>
                      <a:pt x="183" y="34"/>
                    </a:lnTo>
                    <a:lnTo>
                      <a:pt x="33" y="123"/>
                    </a:lnTo>
                    <a:lnTo>
                      <a:pt x="23" y="98"/>
                    </a:lnTo>
                    <a:moveTo>
                      <a:pt x="65" y="47"/>
                    </a:moveTo>
                    <a:lnTo>
                      <a:pt x="73" y="69"/>
                    </a:lnTo>
                    <a:lnTo>
                      <a:pt x="150" y="27"/>
                    </a:lnTo>
                    <a:lnTo>
                      <a:pt x="65" y="4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7" name="Google Shape;437;p30"/>
            <p:cNvSpPr/>
            <p:nvPr/>
          </p:nvSpPr>
          <p:spPr>
            <a:xfrm>
              <a:off x="10616768" y="2153323"/>
              <a:ext cx="224814" cy="223401"/>
            </a:xfrm>
            <a:custGeom>
              <a:rect b="b" l="l" r="r" t="t"/>
              <a:pathLst>
                <a:path extrusionOk="0" h="158" w="159">
                  <a:moveTo>
                    <a:pt x="105" y="58"/>
                  </a:moveTo>
                  <a:lnTo>
                    <a:pt x="154" y="73"/>
                  </a:lnTo>
                  <a:cubicBezTo>
                    <a:pt x="160" y="75"/>
                    <a:pt x="160" y="82"/>
                    <a:pt x="154" y="83"/>
                  </a:cubicBezTo>
                  <a:lnTo>
                    <a:pt x="105" y="97"/>
                  </a:lnTo>
                  <a:cubicBezTo>
                    <a:pt x="103" y="98"/>
                    <a:pt x="101" y="99"/>
                    <a:pt x="101" y="101"/>
                  </a:cubicBezTo>
                  <a:lnTo>
                    <a:pt x="85" y="154"/>
                  </a:lnTo>
                  <a:cubicBezTo>
                    <a:pt x="83" y="159"/>
                    <a:pt x="76" y="159"/>
                    <a:pt x="74" y="154"/>
                  </a:cubicBezTo>
                  <a:lnTo>
                    <a:pt x="58" y="106"/>
                  </a:lnTo>
                  <a:cubicBezTo>
                    <a:pt x="57" y="104"/>
                    <a:pt x="56" y="103"/>
                    <a:pt x="54" y="102"/>
                  </a:cubicBezTo>
                  <a:lnTo>
                    <a:pt x="3" y="84"/>
                  </a:lnTo>
                  <a:cubicBezTo>
                    <a:pt x="-2" y="82"/>
                    <a:pt x="-2" y="76"/>
                    <a:pt x="3" y="74"/>
                  </a:cubicBezTo>
                  <a:lnTo>
                    <a:pt x="56" y="59"/>
                  </a:lnTo>
                  <a:cubicBezTo>
                    <a:pt x="57" y="59"/>
                    <a:pt x="59" y="57"/>
                    <a:pt x="59" y="55"/>
                  </a:cubicBezTo>
                  <a:lnTo>
                    <a:pt x="74" y="4"/>
                  </a:lnTo>
                  <a:cubicBezTo>
                    <a:pt x="76" y="-1"/>
                    <a:pt x="83" y="-1"/>
                    <a:pt x="85" y="4"/>
                  </a:cubicBezTo>
                  <a:lnTo>
                    <a:pt x="101" y="55"/>
                  </a:lnTo>
                  <a:cubicBezTo>
                    <a:pt x="102" y="56"/>
                    <a:pt x="103" y="58"/>
                    <a:pt x="105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11875" lIns="90000" spcFirstLastPara="1" rIns="90000" wrap="square" tIns="11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" name="Google Shape;438;p30"/>
            <p:cNvGrpSpPr/>
            <p:nvPr/>
          </p:nvGrpSpPr>
          <p:grpSpPr>
            <a:xfrm>
              <a:off x="9298988" y="1205991"/>
              <a:ext cx="1997879" cy="270060"/>
              <a:chOff x="9298988" y="1205991"/>
              <a:chExt cx="1997879" cy="270060"/>
            </a:xfrm>
          </p:grpSpPr>
          <p:sp>
            <p:nvSpPr>
              <p:cNvPr id="439" name="Google Shape;439;p30"/>
              <p:cNvSpPr/>
              <p:nvPr/>
            </p:nvSpPr>
            <p:spPr>
              <a:xfrm>
                <a:off x="11073466" y="1205991"/>
                <a:ext cx="223401" cy="223401"/>
              </a:xfrm>
              <a:custGeom>
                <a:rect b="b" l="l" r="r" t="t"/>
                <a:pathLst>
                  <a:path extrusionOk="0" h="158" w="158">
                    <a:moveTo>
                      <a:pt x="105" y="58"/>
                    </a:moveTo>
                    <a:lnTo>
                      <a:pt x="154" y="74"/>
                    </a:lnTo>
                    <a:cubicBezTo>
                      <a:pt x="159" y="75"/>
                      <a:pt x="159" y="83"/>
                      <a:pt x="154" y="84"/>
                    </a:cubicBezTo>
                    <a:lnTo>
                      <a:pt x="105" y="98"/>
                    </a:lnTo>
                    <a:cubicBezTo>
                      <a:pt x="103" y="99"/>
                      <a:pt x="101" y="100"/>
                      <a:pt x="101" y="102"/>
                    </a:cubicBezTo>
                    <a:lnTo>
                      <a:pt x="84" y="155"/>
                    </a:lnTo>
                    <a:cubicBezTo>
                      <a:pt x="83" y="160"/>
                      <a:pt x="76" y="160"/>
                      <a:pt x="74" y="155"/>
                    </a:cubicBezTo>
                    <a:lnTo>
                      <a:pt x="58" y="107"/>
                    </a:lnTo>
                    <a:cubicBezTo>
                      <a:pt x="57" y="105"/>
                      <a:pt x="56" y="104"/>
                      <a:pt x="54" y="103"/>
                    </a:cubicBezTo>
                    <a:lnTo>
                      <a:pt x="3" y="85"/>
                    </a:lnTo>
                    <a:cubicBezTo>
                      <a:pt x="-2" y="83"/>
                      <a:pt x="-2" y="76"/>
                      <a:pt x="3" y="74"/>
                    </a:cubicBezTo>
                    <a:lnTo>
                      <a:pt x="55" y="59"/>
                    </a:lnTo>
                    <a:cubicBezTo>
                      <a:pt x="57" y="59"/>
                      <a:pt x="59" y="57"/>
                      <a:pt x="59" y="55"/>
                    </a:cubicBezTo>
                    <a:lnTo>
                      <a:pt x="74" y="4"/>
                    </a:lnTo>
                    <a:cubicBezTo>
                      <a:pt x="76" y="-1"/>
                      <a:pt x="83" y="-1"/>
                      <a:pt x="85" y="4"/>
                    </a:cubicBezTo>
                    <a:lnTo>
                      <a:pt x="101" y="55"/>
                    </a:lnTo>
                    <a:cubicBezTo>
                      <a:pt x="101" y="57"/>
                      <a:pt x="103" y="58"/>
                      <a:pt x="105" y="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1875" lIns="90000" spcFirstLastPara="1" rIns="90000" wrap="square" tIns="11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0"/>
              <p:cNvSpPr/>
              <p:nvPr/>
            </p:nvSpPr>
            <p:spPr>
              <a:xfrm>
                <a:off x="9298988" y="1251236"/>
                <a:ext cx="223401" cy="224814"/>
              </a:xfrm>
              <a:custGeom>
                <a:rect b="b" l="l" r="r" t="t"/>
                <a:pathLst>
                  <a:path extrusionOk="0" h="159" w="158">
                    <a:moveTo>
                      <a:pt x="104" y="59"/>
                    </a:moveTo>
                    <a:lnTo>
                      <a:pt x="154" y="74"/>
                    </a:lnTo>
                    <a:cubicBezTo>
                      <a:pt x="159" y="75"/>
                      <a:pt x="159" y="83"/>
                      <a:pt x="154" y="84"/>
                    </a:cubicBezTo>
                    <a:lnTo>
                      <a:pt x="104" y="98"/>
                    </a:lnTo>
                    <a:cubicBezTo>
                      <a:pt x="103" y="99"/>
                      <a:pt x="101" y="100"/>
                      <a:pt x="101" y="102"/>
                    </a:cubicBezTo>
                    <a:lnTo>
                      <a:pt x="84" y="155"/>
                    </a:lnTo>
                    <a:cubicBezTo>
                      <a:pt x="83" y="160"/>
                      <a:pt x="75" y="161"/>
                      <a:pt x="74" y="155"/>
                    </a:cubicBezTo>
                    <a:lnTo>
                      <a:pt x="57" y="107"/>
                    </a:lnTo>
                    <a:cubicBezTo>
                      <a:pt x="57" y="105"/>
                      <a:pt x="56" y="104"/>
                      <a:pt x="54" y="104"/>
                    </a:cubicBezTo>
                    <a:lnTo>
                      <a:pt x="3" y="85"/>
                    </a:lnTo>
                    <a:cubicBezTo>
                      <a:pt x="-2" y="83"/>
                      <a:pt x="-2" y="76"/>
                      <a:pt x="3" y="74"/>
                    </a:cubicBezTo>
                    <a:lnTo>
                      <a:pt x="55" y="59"/>
                    </a:lnTo>
                    <a:cubicBezTo>
                      <a:pt x="57" y="59"/>
                      <a:pt x="59" y="57"/>
                      <a:pt x="59" y="56"/>
                    </a:cubicBezTo>
                    <a:lnTo>
                      <a:pt x="74" y="4"/>
                    </a:lnTo>
                    <a:cubicBezTo>
                      <a:pt x="76" y="-1"/>
                      <a:pt x="83" y="-1"/>
                      <a:pt x="85" y="4"/>
                    </a:cubicBezTo>
                    <a:lnTo>
                      <a:pt x="101" y="55"/>
                    </a:lnTo>
                    <a:cubicBezTo>
                      <a:pt x="101" y="57"/>
                      <a:pt x="103" y="58"/>
                      <a:pt x="104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2225" lIns="90000" spcFirstLastPara="1" rIns="90000" wrap="square" tIns="12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0"/>
            <p:cNvGrpSpPr/>
            <p:nvPr/>
          </p:nvGrpSpPr>
          <p:grpSpPr>
            <a:xfrm>
              <a:off x="9361201" y="124335"/>
              <a:ext cx="1787204" cy="1867799"/>
              <a:chOff x="9361201" y="124335"/>
              <a:chExt cx="1787204" cy="1867799"/>
            </a:xfrm>
          </p:grpSpPr>
          <p:sp>
            <p:nvSpPr>
              <p:cNvPr id="442" name="Google Shape;442;p30"/>
              <p:cNvSpPr/>
              <p:nvPr/>
            </p:nvSpPr>
            <p:spPr>
              <a:xfrm>
                <a:off x="10191176" y="124335"/>
                <a:ext cx="247437" cy="248851"/>
              </a:xfrm>
              <a:custGeom>
                <a:rect b="b" l="l" r="r" t="t"/>
                <a:pathLst>
                  <a:path extrusionOk="0" h="176" w="175">
                    <a:moveTo>
                      <a:pt x="87" y="176"/>
                    </a:moveTo>
                    <a:cubicBezTo>
                      <a:pt x="39" y="176"/>
                      <a:pt x="0" y="136"/>
                      <a:pt x="0" y="88"/>
                    </a:cubicBezTo>
                    <a:cubicBezTo>
                      <a:pt x="0" y="40"/>
                      <a:pt x="39" y="0"/>
                      <a:pt x="87" y="0"/>
                    </a:cubicBezTo>
                    <a:cubicBezTo>
                      <a:pt x="136" y="0"/>
                      <a:pt x="175" y="40"/>
                      <a:pt x="175" y="88"/>
                    </a:cubicBezTo>
                    <a:cubicBezTo>
                      <a:pt x="175" y="136"/>
                      <a:pt x="136" y="176"/>
                      <a:pt x="87" y="176"/>
                    </a:cubicBezTo>
                    <a:moveTo>
                      <a:pt x="87" y="13"/>
                    </a:moveTo>
                    <a:cubicBezTo>
                      <a:pt x="46" y="13"/>
                      <a:pt x="13" y="47"/>
                      <a:pt x="13" y="88"/>
                    </a:cubicBezTo>
                    <a:cubicBezTo>
                      <a:pt x="13" y="129"/>
                      <a:pt x="46" y="163"/>
                      <a:pt x="87" y="163"/>
                    </a:cubicBezTo>
                    <a:cubicBezTo>
                      <a:pt x="129" y="163"/>
                      <a:pt x="162" y="129"/>
                      <a:pt x="162" y="88"/>
                    </a:cubicBezTo>
                    <a:cubicBezTo>
                      <a:pt x="162" y="47"/>
                      <a:pt x="129" y="13"/>
                      <a:pt x="87" y="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8350" lIns="90000" spcFirstLastPara="1" rIns="90000" wrap="square" tIns="18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0"/>
              <p:cNvSpPr/>
              <p:nvPr/>
            </p:nvSpPr>
            <p:spPr>
              <a:xfrm>
                <a:off x="9361201" y="1739042"/>
                <a:ext cx="233298" cy="233298"/>
              </a:xfrm>
              <a:custGeom>
                <a:rect b="b" l="l" r="r" t="t"/>
                <a:pathLst>
                  <a:path extrusionOk="0" h="165" w="165">
                    <a:moveTo>
                      <a:pt x="83" y="165"/>
                    </a:moveTo>
                    <a:cubicBezTo>
                      <a:pt x="37" y="165"/>
                      <a:pt x="0" y="127"/>
                      <a:pt x="0" y="82"/>
                    </a:cubicBezTo>
                    <a:cubicBezTo>
                      <a:pt x="0" y="36"/>
                      <a:pt x="38" y="0"/>
                      <a:pt x="83" y="0"/>
                    </a:cubicBezTo>
                    <a:cubicBezTo>
                      <a:pt x="129" y="0"/>
                      <a:pt x="165" y="36"/>
                      <a:pt x="165" y="82"/>
                    </a:cubicBezTo>
                    <a:cubicBezTo>
                      <a:pt x="165" y="127"/>
                      <a:pt x="128" y="165"/>
                      <a:pt x="83" y="165"/>
                    </a:cubicBezTo>
                    <a:moveTo>
                      <a:pt x="83" y="13"/>
                    </a:moveTo>
                    <a:cubicBezTo>
                      <a:pt x="45" y="13"/>
                      <a:pt x="14" y="44"/>
                      <a:pt x="14" y="82"/>
                    </a:cubicBezTo>
                    <a:cubicBezTo>
                      <a:pt x="14" y="120"/>
                      <a:pt x="45" y="151"/>
                      <a:pt x="83" y="151"/>
                    </a:cubicBezTo>
                    <a:cubicBezTo>
                      <a:pt x="121" y="151"/>
                      <a:pt x="152" y="120"/>
                      <a:pt x="152" y="82"/>
                    </a:cubicBezTo>
                    <a:cubicBezTo>
                      <a:pt x="152" y="44"/>
                      <a:pt x="121" y="13"/>
                      <a:pt x="83" y="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0"/>
              <p:cNvSpPr/>
              <p:nvPr/>
            </p:nvSpPr>
            <p:spPr>
              <a:xfrm>
                <a:off x="10915106" y="1758837"/>
                <a:ext cx="233298" cy="233298"/>
              </a:xfrm>
              <a:custGeom>
                <a:rect b="b" l="l" r="r" t="t"/>
                <a:pathLst>
                  <a:path extrusionOk="0" h="165" w="165">
                    <a:moveTo>
                      <a:pt x="82" y="165"/>
                    </a:moveTo>
                    <a:cubicBezTo>
                      <a:pt x="37" y="165"/>
                      <a:pt x="0" y="127"/>
                      <a:pt x="0" y="82"/>
                    </a:cubicBezTo>
                    <a:cubicBezTo>
                      <a:pt x="0" y="36"/>
                      <a:pt x="37" y="0"/>
                      <a:pt x="82" y="0"/>
                    </a:cubicBezTo>
                    <a:cubicBezTo>
                      <a:pt x="128" y="0"/>
                      <a:pt x="165" y="36"/>
                      <a:pt x="165" y="82"/>
                    </a:cubicBezTo>
                    <a:cubicBezTo>
                      <a:pt x="165" y="127"/>
                      <a:pt x="128" y="165"/>
                      <a:pt x="82" y="165"/>
                    </a:cubicBezTo>
                    <a:moveTo>
                      <a:pt x="82" y="13"/>
                    </a:moveTo>
                    <a:cubicBezTo>
                      <a:pt x="44" y="13"/>
                      <a:pt x="13" y="44"/>
                      <a:pt x="13" y="82"/>
                    </a:cubicBezTo>
                    <a:cubicBezTo>
                      <a:pt x="13" y="120"/>
                      <a:pt x="44" y="151"/>
                      <a:pt x="82" y="151"/>
                    </a:cubicBezTo>
                    <a:cubicBezTo>
                      <a:pt x="120" y="151"/>
                      <a:pt x="151" y="120"/>
                      <a:pt x="151" y="82"/>
                    </a:cubicBezTo>
                    <a:cubicBezTo>
                      <a:pt x="151" y="44"/>
                      <a:pt x="120" y="13"/>
                      <a:pt x="82" y="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5" name="Google Shape;445;p30"/>
          <p:cNvGrpSpPr/>
          <p:nvPr/>
        </p:nvGrpSpPr>
        <p:grpSpPr>
          <a:xfrm>
            <a:off x="6735920" y="2877134"/>
            <a:ext cx="1075733" cy="1075733"/>
            <a:chOff x="7174069" y="3047744"/>
            <a:chExt cx="1555652" cy="1555652"/>
          </a:xfrm>
        </p:grpSpPr>
        <p:sp>
          <p:nvSpPr>
            <p:cNvPr id="446" name="Google Shape;446;p30"/>
            <p:cNvSpPr/>
            <p:nvPr/>
          </p:nvSpPr>
          <p:spPr>
            <a:xfrm>
              <a:off x="7174069" y="3047744"/>
              <a:ext cx="1555652" cy="1555652"/>
            </a:xfrm>
            <a:custGeom>
              <a:rect b="b" l="l" r="r" t="t"/>
              <a:pathLst>
                <a:path extrusionOk="0" h="1987" w="1987">
                  <a:moveTo>
                    <a:pt x="993" y="1987"/>
                  </a:moveTo>
                  <a:cubicBezTo>
                    <a:pt x="942" y="1987"/>
                    <a:pt x="890" y="1983"/>
                    <a:pt x="839" y="1975"/>
                  </a:cubicBezTo>
                  <a:cubicBezTo>
                    <a:pt x="735" y="1959"/>
                    <a:pt x="635" y="1927"/>
                    <a:pt x="541" y="1878"/>
                  </a:cubicBezTo>
                  <a:cubicBezTo>
                    <a:pt x="380" y="1796"/>
                    <a:pt x="245" y="1672"/>
                    <a:pt x="150" y="1519"/>
                  </a:cubicBezTo>
                  <a:cubicBezTo>
                    <a:pt x="51" y="1362"/>
                    <a:pt x="0" y="1180"/>
                    <a:pt x="0" y="994"/>
                  </a:cubicBezTo>
                  <a:cubicBezTo>
                    <a:pt x="0" y="866"/>
                    <a:pt x="23" y="743"/>
                    <a:pt x="70" y="625"/>
                  </a:cubicBezTo>
                  <a:cubicBezTo>
                    <a:pt x="160" y="400"/>
                    <a:pt x="329" y="215"/>
                    <a:pt x="546" y="106"/>
                  </a:cubicBezTo>
                  <a:cubicBezTo>
                    <a:pt x="686" y="36"/>
                    <a:pt x="836" y="0"/>
                    <a:pt x="993" y="0"/>
                  </a:cubicBezTo>
                  <a:cubicBezTo>
                    <a:pt x="1164" y="0"/>
                    <a:pt x="1333" y="44"/>
                    <a:pt x="1481" y="128"/>
                  </a:cubicBezTo>
                  <a:cubicBezTo>
                    <a:pt x="1625" y="209"/>
                    <a:pt x="1747" y="326"/>
                    <a:pt x="1835" y="466"/>
                  </a:cubicBezTo>
                  <a:cubicBezTo>
                    <a:pt x="1896" y="563"/>
                    <a:pt x="1939" y="669"/>
                    <a:pt x="1964" y="780"/>
                  </a:cubicBezTo>
                  <a:cubicBezTo>
                    <a:pt x="1964" y="782"/>
                    <a:pt x="1965" y="784"/>
                    <a:pt x="1965" y="785"/>
                  </a:cubicBezTo>
                  <a:cubicBezTo>
                    <a:pt x="1971" y="813"/>
                    <a:pt x="1975" y="841"/>
                    <a:pt x="1979" y="869"/>
                  </a:cubicBezTo>
                  <a:cubicBezTo>
                    <a:pt x="1981" y="884"/>
                    <a:pt x="1982" y="898"/>
                    <a:pt x="1984" y="913"/>
                  </a:cubicBezTo>
                  <a:cubicBezTo>
                    <a:pt x="1986" y="939"/>
                    <a:pt x="1987" y="966"/>
                    <a:pt x="1987" y="993"/>
                  </a:cubicBezTo>
                  <a:cubicBezTo>
                    <a:pt x="1987" y="1177"/>
                    <a:pt x="1936" y="1357"/>
                    <a:pt x="1841" y="1512"/>
                  </a:cubicBezTo>
                  <a:lnTo>
                    <a:pt x="1839" y="1515"/>
                  </a:lnTo>
                  <a:cubicBezTo>
                    <a:pt x="1822" y="1542"/>
                    <a:pt x="1804" y="1569"/>
                    <a:pt x="1785" y="1594"/>
                  </a:cubicBezTo>
                  <a:cubicBezTo>
                    <a:pt x="1694" y="1713"/>
                    <a:pt x="1576" y="1812"/>
                    <a:pt x="1442" y="1880"/>
                  </a:cubicBezTo>
                  <a:cubicBezTo>
                    <a:pt x="1303" y="1951"/>
                    <a:pt x="1151" y="1987"/>
                    <a:pt x="993" y="19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7203820" y="3077495"/>
              <a:ext cx="1496151" cy="1496151"/>
            </a:xfrm>
            <a:custGeom>
              <a:rect b="b" l="l" r="r" t="t"/>
              <a:pathLst>
                <a:path extrusionOk="0" h="1911" w="1911">
                  <a:moveTo>
                    <a:pt x="1911" y="955"/>
                  </a:moveTo>
                  <a:cubicBezTo>
                    <a:pt x="1911" y="1123"/>
                    <a:pt x="1867" y="1288"/>
                    <a:pt x="1783" y="1433"/>
                  </a:cubicBezTo>
                  <a:cubicBezTo>
                    <a:pt x="1699" y="1578"/>
                    <a:pt x="1578" y="1699"/>
                    <a:pt x="1433" y="1783"/>
                  </a:cubicBezTo>
                  <a:cubicBezTo>
                    <a:pt x="1288" y="1867"/>
                    <a:pt x="1122" y="1911"/>
                    <a:pt x="955" y="1911"/>
                  </a:cubicBezTo>
                  <a:cubicBezTo>
                    <a:pt x="787" y="1911"/>
                    <a:pt x="623" y="1867"/>
                    <a:pt x="478" y="1783"/>
                  </a:cubicBezTo>
                  <a:cubicBezTo>
                    <a:pt x="332" y="1699"/>
                    <a:pt x="212" y="1578"/>
                    <a:pt x="128" y="1433"/>
                  </a:cubicBezTo>
                  <a:cubicBezTo>
                    <a:pt x="44" y="1288"/>
                    <a:pt x="0" y="1123"/>
                    <a:pt x="0" y="955"/>
                  </a:cubicBezTo>
                  <a:cubicBezTo>
                    <a:pt x="0" y="788"/>
                    <a:pt x="44" y="623"/>
                    <a:pt x="128" y="478"/>
                  </a:cubicBezTo>
                  <a:cubicBezTo>
                    <a:pt x="212" y="333"/>
                    <a:pt x="332" y="212"/>
                    <a:pt x="478" y="128"/>
                  </a:cubicBezTo>
                  <a:cubicBezTo>
                    <a:pt x="623" y="44"/>
                    <a:pt x="788" y="0"/>
                    <a:pt x="955" y="0"/>
                  </a:cubicBezTo>
                  <a:cubicBezTo>
                    <a:pt x="1123" y="0"/>
                    <a:pt x="1288" y="44"/>
                    <a:pt x="1433" y="128"/>
                  </a:cubicBezTo>
                  <a:cubicBezTo>
                    <a:pt x="1578" y="212"/>
                    <a:pt x="1699" y="333"/>
                    <a:pt x="1783" y="478"/>
                  </a:cubicBezTo>
                  <a:cubicBezTo>
                    <a:pt x="1867" y="623"/>
                    <a:pt x="1911" y="788"/>
                    <a:pt x="1911" y="9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7501327" y="4163396"/>
              <a:ext cx="746118" cy="139359"/>
            </a:xfrm>
            <a:custGeom>
              <a:rect b="b" l="l" r="r" t="t"/>
              <a:pathLst>
                <a:path extrusionOk="0" h="178" w="953">
                  <a:moveTo>
                    <a:pt x="953" y="178"/>
                  </a:moveTo>
                  <a:lnTo>
                    <a:pt x="0" y="178"/>
                  </a:lnTo>
                  <a:cubicBezTo>
                    <a:pt x="32" y="151"/>
                    <a:pt x="75" y="137"/>
                    <a:pt x="117" y="141"/>
                  </a:cubicBezTo>
                  <a:cubicBezTo>
                    <a:pt x="141" y="144"/>
                    <a:pt x="164" y="152"/>
                    <a:pt x="188" y="155"/>
                  </a:cubicBezTo>
                  <a:cubicBezTo>
                    <a:pt x="212" y="158"/>
                    <a:pt x="239" y="155"/>
                    <a:pt x="256" y="139"/>
                  </a:cubicBezTo>
                  <a:cubicBezTo>
                    <a:pt x="266" y="129"/>
                    <a:pt x="273" y="117"/>
                    <a:pt x="281" y="105"/>
                  </a:cubicBezTo>
                  <a:cubicBezTo>
                    <a:pt x="293" y="88"/>
                    <a:pt x="310" y="75"/>
                    <a:pt x="329" y="63"/>
                  </a:cubicBezTo>
                  <a:cubicBezTo>
                    <a:pt x="428" y="-1"/>
                    <a:pt x="554" y="-15"/>
                    <a:pt x="668" y="13"/>
                  </a:cubicBezTo>
                  <a:cubicBezTo>
                    <a:pt x="769" y="37"/>
                    <a:pt x="873" y="105"/>
                    <a:pt x="953" y="1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9075" lIns="90000" spcFirstLastPara="1" rIns="90000" wrap="square" tIns="19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7889652" y="3721833"/>
              <a:ext cx="746118" cy="138576"/>
            </a:xfrm>
            <a:custGeom>
              <a:rect b="b" l="l" r="r" t="t"/>
              <a:pathLst>
                <a:path extrusionOk="0" h="177" w="953">
                  <a:moveTo>
                    <a:pt x="953" y="177"/>
                  </a:moveTo>
                  <a:lnTo>
                    <a:pt x="0" y="177"/>
                  </a:lnTo>
                  <a:cubicBezTo>
                    <a:pt x="32" y="150"/>
                    <a:pt x="75" y="136"/>
                    <a:pt x="117" y="141"/>
                  </a:cubicBezTo>
                  <a:cubicBezTo>
                    <a:pt x="141" y="143"/>
                    <a:pt x="164" y="152"/>
                    <a:pt x="188" y="155"/>
                  </a:cubicBezTo>
                  <a:cubicBezTo>
                    <a:pt x="212" y="158"/>
                    <a:pt x="239" y="155"/>
                    <a:pt x="256" y="138"/>
                  </a:cubicBezTo>
                  <a:cubicBezTo>
                    <a:pt x="266" y="129"/>
                    <a:pt x="272" y="116"/>
                    <a:pt x="280" y="105"/>
                  </a:cubicBezTo>
                  <a:cubicBezTo>
                    <a:pt x="293" y="88"/>
                    <a:pt x="310" y="74"/>
                    <a:pt x="328" y="63"/>
                  </a:cubicBezTo>
                  <a:cubicBezTo>
                    <a:pt x="427" y="-1"/>
                    <a:pt x="554" y="-15"/>
                    <a:pt x="668" y="13"/>
                  </a:cubicBezTo>
                  <a:cubicBezTo>
                    <a:pt x="769" y="37"/>
                    <a:pt x="873" y="105"/>
                    <a:pt x="953" y="1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7261755" y="3593435"/>
              <a:ext cx="746118" cy="138576"/>
            </a:xfrm>
            <a:custGeom>
              <a:rect b="b" l="l" r="r" t="t"/>
              <a:pathLst>
                <a:path extrusionOk="0" h="177" w="953">
                  <a:moveTo>
                    <a:pt x="953" y="177"/>
                  </a:moveTo>
                  <a:lnTo>
                    <a:pt x="0" y="177"/>
                  </a:lnTo>
                  <a:cubicBezTo>
                    <a:pt x="32" y="150"/>
                    <a:pt x="76" y="136"/>
                    <a:pt x="117" y="141"/>
                  </a:cubicBezTo>
                  <a:cubicBezTo>
                    <a:pt x="141" y="143"/>
                    <a:pt x="164" y="151"/>
                    <a:pt x="188" y="155"/>
                  </a:cubicBezTo>
                  <a:cubicBezTo>
                    <a:pt x="212" y="158"/>
                    <a:pt x="239" y="155"/>
                    <a:pt x="256" y="138"/>
                  </a:cubicBezTo>
                  <a:cubicBezTo>
                    <a:pt x="267" y="129"/>
                    <a:pt x="273" y="116"/>
                    <a:pt x="281" y="105"/>
                  </a:cubicBezTo>
                  <a:cubicBezTo>
                    <a:pt x="293" y="88"/>
                    <a:pt x="311" y="74"/>
                    <a:pt x="329" y="63"/>
                  </a:cubicBezTo>
                  <a:cubicBezTo>
                    <a:pt x="428" y="-1"/>
                    <a:pt x="554" y="-15"/>
                    <a:pt x="669" y="13"/>
                  </a:cubicBezTo>
                  <a:cubicBezTo>
                    <a:pt x="769" y="37"/>
                    <a:pt x="873" y="104"/>
                    <a:pt x="953" y="1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7524814" y="3454076"/>
              <a:ext cx="836153" cy="938715"/>
            </a:xfrm>
            <a:custGeom>
              <a:rect b="b" l="l" r="r" t="t"/>
              <a:pathLst>
                <a:path extrusionOk="0" h="1199" w="1068">
                  <a:moveTo>
                    <a:pt x="1050" y="347"/>
                  </a:moveTo>
                  <a:cubicBezTo>
                    <a:pt x="973" y="85"/>
                    <a:pt x="680" y="-60"/>
                    <a:pt x="395" y="23"/>
                  </a:cubicBezTo>
                  <a:cubicBezTo>
                    <a:pt x="110" y="106"/>
                    <a:pt x="-58" y="386"/>
                    <a:pt x="19" y="649"/>
                  </a:cubicBezTo>
                  <a:cubicBezTo>
                    <a:pt x="76" y="844"/>
                    <a:pt x="252" y="974"/>
                    <a:pt x="455" y="994"/>
                  </a:cubicBezTo>
                  <a:cubicBezTo>
                    <a:pt x="458" y="994"/>
                    <a:pt x="461" y="997"/>
                    <a:pt x="461" y="1000"/>
                  </a:cubicBezTo>
                  <a:lnTo>
                    <a:pt x="473" y="1091"/>
                  </a:lnTo>
                  <a:cubicBezTo>
                    <a:pt x="482" y="1162"/>
                    <a:pt x="548" y="1210"/>
                    <a:pt x="617" y="1197"/>
                  </a:cubicBezTo>
                  <a:lnTo>
                    <a:pt x="617" y="1197"/>
                  </a:lnTo>
                  <a:cubicBezTo>
                    <a:pt x="683" y="1185"/>
                    <a:pt x="726" y="1123"/>
                    <a:pt x="717" y="1058"/>
                  </a:cubicBezTo>
                  <a:lnTo>
                    <a:pt x="703" y="969"/>
                  </a:lnTo>
                  <a:cubicBezTo>
                    <a:pt x="703" y="966"/>
                    <a:pt x="705" y="963"/>
                    <a:pt x="708" y="962"/>
                  </a:cubicBezTo>
                  <a:cubicBezTo>
                    <a:pt x="971" y="866"/>
                    <a:pt x="1123" y="599"/>
                    <a:pt x="1050" y="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7823105" y="3671726"/>
              <a:ext cx="330390" cy="663129"/>
            </a:xfrm>
            <a:custGeom>
              <a:rect b="b" l="l" r="r" t="t"/>
              <a:pathLst>
                <a:path extrusionOk="0" h="847" w="422">
                  <a:moveTo>
                    <a:pt x="153" y="847"/>
                  </a:moveTo>
                  <a:lnTo>
                    <a:pt x="133" y="840"/>
                  </a:lnTo>
                  <a:cubicBezTo>
                    <a:pt x="172" y="728"/>
                    <a:pt x="168" y="604"/>
                    <a:pt x="127" y="494"/>
                  </a:cubicBezTo>
                  <a:cubicBezTo>
                    <a:pt x="98" y="498"/>
                    <a:pt x="66" y="488"/>
                    <a:pt x="43" y="465"/>
                  </a:cubicBezTo>
                  <a:cubicBezTo>
                    <a:pt x="20" y="444"/>
                    <a:pt x="5" y="411"/>
                    <a:pt x="1" y="375"/>
                  </a:cubicBezTo>
                  <a:cubicBezTo>
                    <a:pt x="0" y="365"/>
                    <a:pt x="0" y="352"/>
                    <a:pt x="8" y="342"/>
                  </a:cubicBezTo>
                  <a:cubicBezTo>
                    <a:pt x="14" y="335"/>
                    <a:pt x="22" y="331"/>
                    <a:pt x="31" y="331"/>
                  </a:cubicBezTo>
                  <a:cubicBezTo>
                    <a:pt x="49" y="331"/>
                    <a:pt x="67" y="346"/>
                    <a:pt x="78" y="360"/>
                  </a:cubicBezTo>
                  <a:cubicBezTo>
                    <a:pt x="103" y="394"/>
                    <a:pt x="124" y="430"/>
                    <a:pt x="140" y="469"/>
                  </a:cubicBezTo>
                  <a:cubicBezTo>
                    <a:pt x="159" y="461"/>
                    <a:pt x="175" y="444"/>
                    <a:pt x="185" y="431"/>
                  </a:cubicBezTo>
                  <a:cubicBezTo>
                    <a:pt x="206" y="405"/>
                    <a:pt x="223" y="376"/>
                    <a:pt x="235" y="345"/>
                  </a:cubicBezTo>
                  <a:cubicBezTo>
                    <a:pt x="212" y="326"/>
                    <a:pt x="191" y="299"/>
                    <a:pt x="174" y="264"/>
                  </a:cubicBezTo>
                  <a:cubicBezTo>
                    <a:pt x="141" y="200"/>
                    <a:pt x="125" y="127"/>
                    <a:pt x="128" y="55"/>
                  </a:cubicBezTo>
                  <a:cubicBezTo>
                    <a:pt x="129" y="39"/>
                    <a:pt x="131" y="22"/>
                    <a:pt x="144" y="11"/>
                  </a:cubicBezTo>
                  <a:cubicBezTo>
                    <a:pt x="159" y="-4"/>
                    <a:pt x="184" y="-3"/>
                    <a:pt x="200" y="7"/>
                  </a:cubicBezTo>
                  <a:cubicBezTo>
                    <a:pt x="216" y="16"/>
                    <a:pt x="226" y="32"/>
                    <a:pt x="234" y="46"/>
                  </a:cubicBezTo>
                  <a:cubicBezTo>
                    <a:pt x="284" y="132"/>
                    <a:pt x="292" y="242"/>
                    <a:pt x="260" y="337"/>
                  </a:cubicBezTo>
                  <a:cubicBezTo>
                    <a:pt x="262" y="338"/>
                    <a:pt x="264" y="340"/>
                    <a:pt x="266" y="341"/>
                  </a:cubicBezTo>
                  <a:cubicBezTo>
                    <a:pt x="269" y="343"/>
                    <a:pt x="272" y="344"/>
                    <a:pt x="276" y="346"/>
                  </a:cubicBezTo>
                  <a:cubicBezTo>
                    <a:pt x="285" y="321"/>
                    <a:pt x="297" y="297"/>
                    <a:pt x="310" y="274"/>
                  </a:cubicBezTo>
                  <a:cubicBezTo>
                    <a:pt x="317" y="262"/>
                    <a:pt x="326" y="248"/>
                    <a:pt x="340" y="240"/>
                  </a:cubicBezTo>
                  <a:cubicBezTo>
                    <a:pt x="354" y="233"/>
                    <a:pt x="371" y="233"/>
                    <a:pt x="386" y="240"/>
                  </a:cubicBezTo>
                  <a:cubicBezTo>
                    <a:pt x="404" y="248"/>
                    <a:pt x="418" y="264"/>
                    <a:pt x="421" y="281"/>
                  </a:cubicBezTo>
                  <a:cubicBezTo>
                    <a:pt x="428" y="312"/>
                    <a:pt x="411" y="346"/>
                    <a:pt x="381" y="365"/>
                  </a:cubicBezTo>
                  <a:cubicBezTo>
                    <a:pt x="354" y="380"/>
                    <a:pt x="320" y="383"/>
                    <a:pt x="288" y="373"/>
                  </a:cubicBezTo>
                  <a:cubicBezTo>
                    <a:pt x="238" y="513"/>
                    <a:pt x="245" y="672"/>
                    <a:pt x="311" y="807"/>
                  </a:cubicBezTo>
                  <a:lnTo>
                    <a:pt x="292" y="816"/>
                  </a:lnTo>
                  <a:cubicBezTo>
                    <a:pt x="223" y="676"/>
                    <a:pt x="216" y="511"/>
                    <a:pt x="268" y="366"/>
                  </a:cubicBezTo>
                  <a:cubicBezTo>
                    <a:pt x="264" y="364"/>
                    <a:pt x="259" y="361"/>
                    <a:pt x="255" y="359"/>
                  </a:cubicBezTo>
                  <a:cubicBezTo>
                    <a:pt x="254" y="358"/>
                    <a:pt x="253" y="358"/>
                    <a:pt x="252" y="357"/>
                  </a:cubicBezTo>
                  <a:cubicBezTo>
                    <a:pt x="240" y="389"/>
                    <a:pt x="223" y="418"/>
                    <a:pt x="201" y="445"/>
                  </a:cubicBezTo>
                  <a:cubicBezTo>
                    <a:pt x="189" y="459"/>
                    <a:pt x="171" y="479"/>
                    <a:pt x="147" y="488"/>
                  </a:cubicBezTo>
                  <a:cubicBezTo>
                    <a:pt x="190" y="602"/>
                    <a:pt x="193" y="731"/>
                    <a:pt x="153" y="847"/>
                  </a:cubicBezTo>
                  <a:moveTo>
                    <a:pt x="30" y="352"/>
                  </a:moveTo>
                  <a:cubicBezTo>
                    <a:pt x="27" y="352"/>
                    <a:pt x="26" y="353"/>
                    <a:pt x="24" y="355"/>
                  </a:cubicBezTo>
                  <a:cubicBezTo>
                    <a:pt x="21" y="359"/>
                    <a:pt x="21" y="366"/>
                    <a:pt x="22" y="372"/>
                  </a:cubicBezTo>
                  <a:cubicBezTo>
                    <a:pt x="26" y="404"/>
                    <a:pt x="38" y="432"/>
                    <a:pt x="57" y="450"/>
                  </a:cubicBezTo>
                  <a:cubicBezTo>
                    <a:pt x="74" y="467"/>
                    <a:pt x="97" y="475"/>
                    <a:pt x="119" y="474"/>
                  </a:cubicBezTo>
                  <a:lnTo>
                    <a:pt x="119" y="474"/>
                  </a:lnTo>
                  <a:cubicBezTo>
                    <a:pt x="104" y="438"/>
                    <a:pt x="84" y="404"/>
                    <a:pt x="61" y="372"/>
                  </a:cubicBezTo>
                  <a:cubicBezTo>
                    <a:pt x="53" y="361"/>
                    <a:pt x="39" y="352"/>
                    <a:pt x="31" y="352"/>
                  </a:cubicBezTo>
                  <a:cubicBezTo>
                    <a:pt x="30" y="352"/>
                    <a:pt x="30" y="352"/>
                    <a:pt x="30" y="352"/>
                  </a:cubicBezTo>
                  <a:moveTo>
                    <a:pt x="295" y="353"/>
                  </a:moveTo>
                  <a:cubicBezTo>
                    <a:pt x="322" y="361"/>
                    <a:pt x="349" y="359"/>
                    <a:pt x="370" y="346"/>
                  </a:cubicBezTo>
                  <a:cubicBezTo>
                    <a:pt x="389" y="335"/>
                    <a:pt x="406" y="310"/>
                    <a:pt x="401" y="286"/>
                  </a:cubicBezTo>
                  <a:cubicBezTo>
                    <a:pt x="398" y="275"/>
                    <a:pt x="389" y="264"/>
                    <a:pt x="378" y="259"/>
                  </a:cubicBezTo>
                  <a:cubicBezTo>
                    <a:pt x="368" y="254"/>
                    <a:pt x="358" y="254"/>
                    <a:pt x="351" y="259"/>
                  </a:cubicBezTo>
                  <a:cubicBezTo>
                    <a:pt x="341" y="264"/>
                    <a:pt x="335" y="274"/>
                    <a:pt x="329" y="285"/>
                  </a:cubicBezTo>
                  <a:cubicBezTo>
                    <a:pt x="316" y="307"/>
                    <a:pt x="305" y="330"/>
                    <a:pt x="295" y="353"/>
                  </a:cubicBezTo>
                  <a:moveTo>
                    <a:pt x="171" y="20"/>
                  </a:moveTo>
                  <a:cubicBezTo>
                    <a:pt x="166" y="21"/>
                    <a:pt x="162" y="23"/>
                    <a:pt x="158" y="26"/>
                  </a:cubicBezTo>
                  <a:cubicBezTo>
                    <a:pt x="151" y="33"/>
                    <a:pt x="150" y="44"/>
                    <a:pt x="149" y="56"/>
                  </a:cubicBezTo>
                  <a:cubicBezTo>
                    <a:pt x="146" y="124"/>
                    <a:pt x="161" y="193"/>
                    <a:pt x="192" y="254"/>
                  </a:cubicBezTo>
                  <a:cubicBezTo>
                    <a:pt x="207" y="284"/>
                    <a:pt x="224" y="306"/>
                    <a:pt x="242" y="323"/>
                  </a:cubicBezTo>
                  <a:cubicBezTo>
                    <a:pt x="269" y="235"/>
                    <a:pt x="262" y="135"/>
                    <a:pt x="216" y="56"/>
                  </a:cubicBezTo>
                  <a:cubicBezTo>
                    <a:pt x="209" y="44"/>
                    <a:pt x="201" y="32"/>
                    <a:pt x="189" y="25"/>
                  </a:cubicBezTo>
                  <a:cubicBezTo>
                    <a:pt x="184" y="22"/>
                    <a:pt x="177" y="20"/>
                    <a:pt x="171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7870862" y="4282399"/>
              <a:ext cx="245052" cy="238789"/>
            </a:xfrm>
            <a:custGeom>
              <a:rect b="b" l="l" r="r" t="t"/>
              <a:pathLst>
                <a:path extrusionOk="0" h="305" w="313">
                  <a:moveTo>
                    <a:pt x="310" y="54"/>
                  </a:moveTo>
                  <a:lnTo>
                    <a:pt x="303" y="0"/>
                  </a:lnTo>
                  <a:lnTo>
                    <a:pt x="0" y="46"/>
                  </a:lnTo>
                  <a:lnTo>
                    <a:pt x="6" y="117"/>
                  </a:lnTo>
                  <a:cubicBezTo>
                    <a:pt x="6" y="117"/>
                    <a:pt x="21" y="250"/>
                    <a:pt x="130" y="264"/>
                  </a:cubicBezTo>
                  <a:cubicBezTo>
                    <a:pt x="140" y="285"/>
                    <a:pt x="160" y="308"/>
                    <a:pt x="190" y="304"/>
                  </a:cubicBezTo>
                  <a:cubicBezTo>
                    <a:pt x="222" y="300"/>
                    <a:pt x="232" y="269"/>
                    <a:pt x="235" y="246"/>
                  </a:cubicBezTo>
                  <a:cubicBezTo>
                    <a:pt x="337" y="192"/>
                    <a:pt x="310" y="54"/>
                    <a:pt x="310" y="5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7581184" y="3325678"/>
              <a:ext cx="292810" cy="245835"/>
            </a:xfrm>
            <a:custGeom>
              <a:rect b="b" l="l" r="r" t="t"/>
              <a:pathLst>
                <a:path extrusionOk="0" h="314" w="374">
                  <a:moveTo>
                    <a:pt x="343" y="5"/>
                  </a:moveTo>
                  <a:cubicBezTo>
                    <a:pt x="258" y="-12"/>
                    <a:pt x="165" y="9"/>
                    <a:pt x="96" y="62"/>
                  </a:cubicBezTo>
                  <a:cubicBezTo>
                    <a:pt x="119" y="64"/>
                    <a:pt x="140" y="65"/>
                    <a:pt x="163" y="64"/>
                  </a:cubicBezTo>
                  <a:cubicBezTo>
                    <a:pt x="126" y="71"/>
                    <a:pt x="92" y="91"/>
                    <a:pt x="65" y="118"/>
                  </a:cubicBezTo>
                  <a:cubicBezTo>
                    <a:pt x="38" y="145"/>
                    <a:pt x="18" y="178"/>
                    <a:pt x="0" y="213"/>
                  </a:cubicBezTo>
                  <a:cubicBezTo>
                    <a:pt x="22" y="199"/>
                    <a:pt x="43" y="187"/>
                    <a:pt x="67" y="178"/>
                  </a:cubicBezTo>
                  <a:cubicBezTo>
                    <a:pt x="39" y="217"/>
                    <a:pt x="14" y="267"/>
                    <a:pt x="11" y="314"/>
                  </a:cubicBezTo>
                  <a:cubicBezTo>
                    <a:pt x="18" y="308"/>
                    <a:pt x="27" y="306"/>
                    <a:pt x="36" y="303"/>
                  </a:cubicBezTo>
                  <a:cubicBezTo>
                    <a:pt x="75" y="290"/>
                    <a:pt x="111" y="268"/>
                    <a:pt x="140" y="239"/>
                  </a:cubicBezTo>
                  <a:cubicBezTo>
                    <a:pt x="132" y="257"/>
                    <a:pt x="124" y="272"/>
                    <a:pt x="116" y="290"/>
                  </a:cubicBezTo>
                  <a:cubicBezTo>
                    <a:pt x="138" y="289"/>
                    <a:pt x="157" y="281"/>
                    <a:pt x="177" y="271"/>
                  </a:cubicBezTo>
                  <a:cubicBezTo>
                    <a:pt x="198" y="261"/>
                    <a:pt x="217" y="248"/>
                    <a:pt x="235" y="235"/>
                  </a:cubicBezTo>
                  <a:cubicBezTo>
                    <a:pt x="229" y="248"/>
                    <a:pt x="222" y="260"/>
                    <a:pt x="216" y="273"/>
                  </a:cubicBezTo>
                  <a:cubicBezTo>
                    <a:pt x="260" y="255"/>
                    <a:pt x="302" y="232"/>
                    <a:pt x="332" y="196"/>
                  </a:cubicBezTo>
                  <a:cubicBezTo>
                    <a:pt x="362" y="159"/>
                    <a:pt x="380" y="111"/>
                    <a:pt x="373" y="64"/>
                  </a:cubicBezTo>
                  <a:cubicBezTo>
                    <a:pt x="370" y="45"/>
                    <a:pt x="357" y="19"/>
                    <a:pt x="343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7747162" y="3187886"/>
              <a:ext cx="366404" cy="388326"/>
            </a:xfrm>
            <a:custGeom>
              <a:rect b="b" l="l" r="r" t="t"/>
              <a:pathLst>
                <a:path extrusionOk="0" h="496" w="468">
                  <a:moveTo>
                    <a:pt x="426" y="85"/>
                  </a:moveTo>
                  <a:cubicBezTo>
                    <a:pt x="426" y="85"/>
                    <a:pt x="490" y="-36"/>
                    <a:pt x="325" y="10"/>
                  </a:cubicBezTo>
                  <a:cubicBezTo>
                    <a:pt x="322" y="11"/>
                    <a:pt x="320" y="12"/>
                    <a:pt x="317" y="12"/>
                  </a:cubicBezTo>
                  <a:cubicBezTo>
                    <a:pt x="260" y="11"/>
                    <a:pt x="10" y="4"/>
                    <a:pt x="1" y="33"/>
                  </a:cubicBezTo>
                  <a:cubicBezTo>
                    <a:pt x="-4" y="52"/>
                    <a:pt x="46" y="85"/>
                    <a:pt x="87" y="108"/>
                  </a:cubicBezTo>
                  <a:cubicBezTo>
                    <a:pt x="76" y="113"/>
                    <a:pt x="65" y="119"/>
                    <a:pt x="54" y="125"/>
                  </a:cubicBezTo>
                  <a:lnTo>
                    <a:pt x="202" y="387"/>
                  </a:lnTo>
                  <a:cubicBezTo>
                    <a:pt x="202" y="387"/>
                    <a:pt x="231" y="369"/>
                    <a:pt x="273" y="339"/>
                  </a:cubicBezTo>
                  <a:lnTo>
                    <a:pt x="270" y="342"/>
                  </a:lnTo>
                  <a:cubicBezTo>
                    <a:pt x="270" y="342"/>
                    <a:pt x="301" y="497"/>
                    <a:pt x="334" y="496"/>
                  </a:cubicBezTo>
                  <a:cubicBezTo>
                    <a:pt x="361" y="495"/>
                    <a:pt x="427" y="272"/>
                    <a:pt x="444" y="195"/>
                  </a:cubicBezTo>
                  <a:lnTo>
                    <a:pt x="444" y="195"/>
                  </a:lnTo>
                  <a:cubicBezTo>
                    <a:pt x="508" y="132"/>
                    <a:pt x="427" y="147"/>
                    <a:pt x="426" y="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8000826" y="3177708"/>
              <a:ext cx="182419" cy="162846"/>
            </a:xfrm>
            <a:custGeom>
              <a:rect b="b" l="l" r="r" t="t"/>
              <a:pathLst>
                <a:path extrusionOk="0" h="208" w="233">
                  <a:moveTo>
                    <a:pt x="233" y="12"/>
                  </a:moveTo>
                  <a:cubicBezTo>
                    <a:pt x="234" y="74"/>
                    <a:pt x="183" y="145"/>
                    <a:pt x="120" y="208"/>
                  </a:cubicBezTo>
                  <a:cubicBezTo>
                    <a:pt x="110" y="181"/>
                    <a:pt x="92" y="141"/>
                    <a:pt x="66" y="102"/>
                  </a:cubicBezTo>
                  <a:cubicBezTo>
                    <a:pt x="39" y="61"/>
                    <a:pt x="15" y="36"/>
                    <a:pt x="0" y="23"/>
                  </a:cubicBezTo>
                  <a:cubicBezTo>
                    <a:pt x="166" y="-23"/>
                    <a:pt x="233" y="12"/>
                    <a:pt x="233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29875" lIns="90000" spcFirstLastPara="1" rIns="90000" wrap="square" tIns="29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7889652" y="3254433"/>
              <a:ext cx="130747" cy="130747"/>
            </a:xfrm>
            <a:custGeom>
              <a:rect b="b" l="l" r="r" t="t"/>
              <a:pathLst>
                <a:path extrusionOk="0" h="167" w="167">
                  <a:moveTo>
                    <a:pt x="167" y="84"/>
                  </a:moveTo>
                  <a:cubicBezTo>
                    <a:pt x="167" y="98"/>
                    <a:pt x="163" y="114"/>
                    <a:pt x="156" y="126"/>
                  </a:cubicBezTo>
                  <a:cubicBezTo>
                    <a:pt x="148" y="139"/>
                    <a:pt x="138" y="149"/>
                    <a:pt x="126" y="156"/>
                  </a:cubicBezTo>
                  <a:cubicBezTo>
                    <a:pt x="113" y="164"/>
                    <a:pt x="98" y="167"/>
                    <a:pt x="84" y="167"/>
                  </a:cubicBezTo>
                  <a:cubicBezTo>
                    <a:pt x="69" y="167"/>
                    <a:pt x="54" y="164"/>
                    <a:pt x="42" y="156"/>
                  </a:cubicBezTo>
                  <a:cubicBezTo>
                    <a:pt x="29" y="149"/>
                    <a:pt x="18" y="139"/>
                    <a:pt x="11" y="126"/>
                  </a:cubicBezTo>
                  <a:cubicBezTo>
                    <a:pt x="3" y="114"/>
                    <a:pt x="0" y="98"/>
                    <a:pt x="0" y="84"/>
                  </a:cubicBezTo>
                  <a:cubicBezTo>
                    <a:pt x="0" y="69"/>
                    <a:pt x="3" y="54"/>
                    <a:pt x="11" y="42"/>
                  </a:cubicBezTo>
                  <a:cubicBezTo>
                    <a:pt x="18" y="29"/>
                    <a:pt x="29" y="19"/>
                    <a:pt x="42" y="11"/>
                  </a:cubicBezTo>
                  <a:cubicBezTo>
                    <a:pt x="54" y="4"/>
                    <a:pt x="69" y="0"/>
                    <a:pt x="84" y="0"/>
                  </a:cubicBezTo>
                  <a:cubicBezTo>
                    <a:pt x="98" y="0"/>
                    <a:pt x="113" y="4"/>
                    <a:pt x="126" y="11"/>
                  </a:cubicBezTo>
                  <a:cubicBezTo>
                    <a:pt x="138" y="19"/>
                    <a:pt x="149" y="29"/>
                    <a:pt x="156" y="42"/>
                  </a:cubicBezTo>
                  <a:cubicBezTo>
                    <a:pt x="164" y="54"/>
                    <a:pt x="167" y="69"/>
                    <a:pt x="167" y="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7909225" y="3274006"/>
              <a:ext cx="91601" cy="91601"/>
            </a:xfrm>
            <a:custGeom>
              <a:rect b="b" l="l" r="r" t="t"/>
              <a:pathLst>
                <a:path extrusionOk="0" h="117" w="117">
                  <a:moveTo>
                    <a:pt x="117" y="59"/>
                  </a:moveTo>
                  <a:cubicBezTo>
                    <a:pt x="117" y="91"/>
                    <a:pt x="91" y="117"/>
                    <a:pt x="59" y="117"/>
                  </a:cubicBezTo>
                  <a:cubicBezTo>
                    <a:pt x="26" y="117"/>
                    <a:pt x="0" y="92"/>
                    <a:pt x="0" y="59"/>
                  </a:cubicBezTo>
                  <a:cubicBezTo>
                    <a:pt x="0" y="27"/>
                    <a:pt x="26" y="0"/>
                    <a:pt x="59" y="0"/>
                  </a:cubicBezTo>
                  <a:cubicBezTo>
                    <a:pt x="91" y="0"/>
                    <a:pt x="117" y="26"/>
                    <a:pt x="117" y="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7784742" y="3191800"/>
              <a:ext cx="220782" cy="98647"/>
            </a:xfrm>
            <a:custGeom>
              <a:rect b="b" l="l" r="r" t="t"/>
              <a:pathLst>
                <a:path extrusionOk="0" h="126" w="282">
                  <a:moveTo>
                    <a:pt x="6" y="126"/>
                  </a:moveTo>
                  <a:cubicBezTo>
                    <a:pt x="4" y="126"/>
                    <a:pt x="2" y="125"/>
                    <a:pt x="1" y="123"/>
                  </a:cubicBezTo>
                  <a:cubicBezTo>
                    <a:pt x="-1" y="120"/>
                    <a:pt x="0" y="116"/>
                    <a:pt x="3" y="115"/>
                  </a:cubicBezTo>
                  <a:cubicBezTo>
                    <a:pt x="5" y="114"/>
                    <a:pt x="160" y="29"/>
                    <a:pt x="275" y="0"/>
                  </a:cubicBezTo>
                  <a:cubicBezTo>
                    <a:pt x="278" y="-1"/>
                    <a:pt x="281" y="1"/>
                    <a:pt x="282" y="4"/>
                  </a:cubicBezTo>
                  <a:cubicBezTo>
                    <a:pt x="283" y="7"/>
                    <a:pt x="281" y="10"/>
                    <a:pt x="278" y="11"/>
                  </a:cubicBezTo>
                  <a:cubicBezTo>
                    <a:pt x="164" y="40"/>
                    <a:pt x="10" y="124"/>
                    <a:pt x="9" y="125"/>
                  </a:cubicBezTo>
                  <a:cubicBezTo>
                    <a:pt x="8" y="125"/>
                    <a:pt x="7" y="126"/>
                    <a:pt x="6" y="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50" lIns="90000" spcFirstLastPara="1" rIns="90000" wrap="square" tIns="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7900613" y="3335856"/>
              <a:ext cx="202775" cy="159715"/>
            </a:xfrm>
            <a:custGeom>
              <a:rect b="b" l="l" r="r" t="t"/>
              <a:pathLst>
                <a:path extrusionOk="0" h="204" w="259">
                  <a:moveTo>
                    <a:pt x="6" y="204"/>
                  </a:moveTo>
                  <a:cubicBezTo>
                    <a:pt x="4" y="204"/>
                    <a:pt x="2" y="203"/>
                    <a:pt x="1" y="201"/>
                  </a:cubicBezTo>
                  <a:cubicBezTo>
                    <a:pt x="0" y="199"/>
                    <a:pt x="0" y="195"/>
                    <a:pt x="3" y="193"/>
                  </a:cubicBezTo>
                  <a:cubicBezTo>
                    <a:pt x="5" y="192"/>
                    <a:pt x="168" y="81"/>
                    <a:pt x="249" y="1"/>
                  </a:cubicBezTo>
                  <a:cubicBezTo>
                    <a:pt x="251" y="-1"/>
                    <a:pt x="254" y="-1"/>
                    <a:pt x="257" y="1"/>
                  </a:cubicBezTo>
                  <a:cubicBezTo>
                    <a:pt x="259" y="3"/>
                    <a:pt x="260" y="7"/>
                    <a:pt x="257" y="9"/>
                  </a:cubicBezTo>
                  <a:cubicBezTo>
                    <a:pt x="175" y="90"/>
                    <a:pt x="11" y="202"/>
                    <a:pt x="10" y="203"/>
                  </a:cubicBezTo>
                  <a:cubicBezTo>
                    <a:pt x="8" y="203"/>
                    <a:pt x="7" y="204"/>
                    <a:pt x="6" y="2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8425" lIns="90000" spcFirstLastPara="1" rIns="90000" wrap="square" tIns="28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" name="Google Shape;461;p30"/>
            <p:cNvGrpSpPr/>
            <p:nvPr/>
          </p:nvGrpSpPr>
          <p:grpSpPr>
            <a:xfrm>
              <a:off x="7269585" y="3310803"/>
              <a:ext cx="1234655" cy="929319"/>
              <a:chOff x="7269585" y="3310803"/>
              <a:chExt cx="1234655" cy="929319"/>
            </a:xfrm>
          </p:grpSpPr>
          <p:sp>
            <p:nvSpPr>
              <p:cNvPr id="462" name="Google Shape;462;p30"/>
              <p:cNvSpPr/>
              <p:nvPr/>
            </p:nvSpPr>
            <p:spPr>
              <a:xfrm>
                <a:off x="8060328" y="3548809"/>
                <a:ext cx="211387" cy="227045"/>
              </a:xfrm>
              <a:custGeom>
                <a:rect b="b" l="l" r="r" t="t"/>
                <a:pathLst>
                  <a:path extrusionOk="0" h="290" w="270">
                    <a:moveTo>
                      <a:pt x="107" y="3"/>
                    </a:moveTo>
                    <a:cubicBezTo>
                      <a:pt x="73" y="29"/>
                      <a:pt x="40" y="55"/>
                      <a:pt x="7" y="82"/>
                    </a:cubicBezTo>
                    <a:cubicBezTo>
                      <a:pt x="-3" y="91"/>
                      <a:pt x="-2" y="108"/>
                      <a:pt x="10" y="115"/>
                    </a:cubicBezTo>
                    <a:lnTo>
                      <a:pt x="11" y="115"/>
                    </a:lnTo>
                    <a:cubicBezTo>
                      <a:pt x="71" y="153"/>
                      <a:pt x="120" y="211"/>
                      <a:pt x="146" y="277"/>
                    </a:cubicBezTo>
                    <a:cubicBezTo>
                      <a:pt x="151" y="290"/>
                      <a:pt x="168" y="294"/>
                      <a:pt x="178" y="285"/>
                    </a:cubicBezTo>
                    <a:cubicBezTo>
                      <a:pt x="207" y="260"/>
                      <a:pt x="234" y="236"/>
                      <a:pt x="263" y="211"/>
                    </a:cubicBezTo>
                    <a:cubicBezTo>
                      <a:pt x="270" y="205"/>
                      <a:pt x="272" y="197"/>
                      <a:pt x="269" y="189"/>
                    </a:cubicBezTo>
                    <a:cubicBezTo>
                      <a:pt x="245" y="118"/>
                      <a:pt x="192" y="48"/>
                      <a:pt x="131" y="3"/>
                    </a:cubicBezTo>
                    <a:cubicBezTo>
                      <a:pt x="124" y="-2"/>
                      <a:pt x="115" y="-2"/>
                      <a:pt x="107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0"/>
              <p:cNvSpPr/>
              <p:nvPr/>
            </p:nvSpPr>
            <p:spPr>
              <a:xfrm>
                <a:off x="8217693" y="3776637"/>
                <a:ext cx="92384" cy="92384"/>
              </a:xfrm>
              <a:custGeom>
                <a:rect b="b" l="l" r="r" t="t"/>
                <a:pathLst>
                  <a:path extrusionOk="0" h="118" w="118">
                    <a:moveTo>
                      <a:pt x="118" y="59"/>
                    </a:moveTo>
                    <a:cubicBezTo>
                      <a:pt x="118" y="70"/>
                      <a:pt x="115" y="80"/>
                      <a:pt x="110" y="89"/>
                    </a:cubicBezTo>
                    <a:cubicBezTo>
                      <a:pt x="104" y="98"/>
                      <a:pt x="98" y="105"/>
                      <a:pt x="89" y="110"/>
                    </a:cubicBezTo>
                    <a:cubicBezTo>
                      <a:pt x="80" y="116"/>
                      <a:pt x="69" y="118"/>
                      <a:pt x="59" y="118"/>
                    </a:cubicBezTo>
                    <a:cubicBezTo>
                      <a:pt x="48" y="118"/>
                      <a:pt x="39" y="116"/>
                      <a:pt x="30" y="110"/>
                    </a:cubicBezTo>
                    <a:cubicBezTo>
                      <a:pt x="21" y="105"/>
                      <a:pt x="13" y="98"/>
                      <a:pt x="8" y="89"/>
                    </a:cubicBezTo>
                    <a:cubicBezTo>
                      <a:pt x="3" y="80"/>
                      <a:pt x="0" y="70"/>
                      <a:pt x="0" y="59"/>
                    </a:cubicBezTo>
                    <a:cubicBezTo>
                      <a:pt x="0" y="49"/>
                      <a:pt x="3" y="39"/>
                      <a:pt x="8" y="30"/>
                    </a:cubicBezTo>
                    <a:cubicBezTo>
                      <a:pt x="13" y="21"/>
                      <a:pt x="21" y="13"/>
                      <a:pt x="30" y="8"/>
                    </a:cubicBezTo>
                    <a:cubicBezTo>
                      <a:pt x="39" y="3"/>
                      <a:pt x="49" y="0"/>
                      <a:pt x="59" y="0"/>
                    </a:cubicBezTo>
                    <a:cubicBezTo>
                      <a:pt x="70" y="0"/>
                      <a:pt x="80" y="3"/>
                      <a:pt x="89" y="8"/>
                    </a:cubicBezTo>
                    <a:cubicBezTo>
                      <a:pt x="98" y="13"/>
                      <a:pt x="105" y="21"/>
                      <a:pt x="110" y="30"/>
                    </a:cubicBezTo>
                    <a:cubicBezTo>
                      <a:pt x="116" y="39"/>
                      <a:pt x="118" y="49"/>
                      <a:pt x="118" y="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0"/>
              <p:cNvSpPr/>
              <p:nvPr/>
            </p:nvSpPr>
            <p:spPr>
              <a:xfrm>
                <a:off x="8245878" y="3310803"/>
                <a:ext cx="129964" cy="129964"/>
              </a:xfrm>
              <a:custGeom>
                <a:rect b="b" l="l" r="r" t="t"/>
                <a:pathLst>
                  <a:path extrusionOk="0" h="166" w="166">
                    <a:moveTo>
                      <a:pt x="110" y="60"/>
                    </a:moveTo>
                    <a:lnTo>
                      <a:pt x="162" y="76"/>
                    </a:lnTo>
                    <a:cubicBezTo>
                      <a:pt x="168" y="78"/>
                      <a:pt x="168" y="85"/>
                      <a:pt x="162" y="87"/>
                    </a:cubicBezTo>
                    <a:lnTo>
                      <a:pt x="110" y="102"/>
                    </a:lnTo>
                    <a:cubicBezTo>
                      <a:pt x="108" y="102"/>
                      <a:pt x="107" y="104"/>
                      <a:pt x="106" y="106"/>
                    </a:cubicBezTo>
                    <a:lnTo>
                      <a:pt x="89" y="161"/>
                    </a:lnTo>
                    <a:cubicBezTo>
                      <a:pt x="88" y="167"/>
                      <a:pt x="80" y="167"/>
                      <a:pt x="78" y="161"/>
                    </a:cubicBezTo>
                    <a:lnTo>
                      <a:pt x="61" y="111"/>
                    </a:lnTo>
                    <a:cubicBezTo>
                      <a:pt x="61" y="109"/>
                      <a:pt x="59" y="108"/>
                      <a:pt x="58" y="107"/>
                    </a:cubicBezTo>
                    <a:lnTo>
                      <a:pt x="4" y="88"/>
                    </a:lnTo>
                    <a:cubicBezTo>
                      <a:pt x="-1" y="86"/>
                      <a:pt x="-1" y="78"/>
                      <a:pt x="4" y="77"/>
                    </a:cubicBezTo>
                    <a:lnTo>
                      <a:pt x="59" y="61"/>
                    </a:lnTo>
                    <a:cubicBezTo>
                      <a:pt x="61" y="61"/>
                      <a:pt x="62" y="59"/>
                      <a:pt x="63" y="57"/>
                    </a:cubicBezTo>
                    <a:lnTo>
                      <a:pt x="79" y="3"/>
                    </a:lnTo>
                    <a:cubicBezTo>
                      <a:pt x="80" y="-2"/>
                      <a:pt x="88" y="-2"/>
                      <a:pt x="90" y="3"/>
                    </a:cubicBezTo>
                    <a:lnTo>
                      <a:pt x="106" y="56"/>
                    </a:lnTo>
                    <a:cubicBezTo>
                      <a:pt x="107" y="58"/>
                      <a:pt x="108" y="60"/>
                      <a:pt x="110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8374276" y="4110158"/>
                <a:ext cx="129964" cy="129964"/>
              </a:xfrm>
              <a:custGeom>
                <a:rect b="b" l="l" r="r" t="t"/>
                <a:pathLst>
                  <a:path extrusionOk="0" h="166" w="166">
                    <a:moveTo>
                      <a:pt x="110" y="61"/>
                    </a:moveTo>
                    <a:lnTo>
                      <a:pt x="162" y="77"/>
                    </a:lnTo>
                    <a:cubicBezTo>
                      <a:pt x="168" y="78"/>
                      <a:pt x="167" y="86"/>
                      <a:pt x="162" y="88"/>
                    </a:cubicBezTo>
                    <a:lnTo>
                      <a:pt x="110" y="103"/>
                    </a:lnTo>
                    <a:cubicBezTo>
                      <a:pt x="108" y="103"/>
                      <a:pt x="107" y="105"/>
                      <a:pt x="106" y="106"/>
                    </a:cubicBezTo>
                    <a:lnTo>
                      <a:pt x="89" y="162"/>
                    </a:lnTo>
                    <a:cubicBezTo>
                      <a:pt x="88" y="167"/>
                      <a:pt x="80" y="167"/>
                      <a:pt x="78" y="162"/>
                    </a:cubicBezTo>
                    <a:lnTo>
                      <a:pt x="61" y="111"/>
                    </a:lnTo>
                    <a:cubicBezTo>
                      <a:pt x="61" y="110"/>
                      <a:pt x="59" y="108"/>
                      <a:pt x="58" y="108"/>
                    </a:cubicBezTo>
                    <a:lnTo>
                      <a:pt x="4" y="88"/>
                    </a:lnTo>
                    <a:cubicBezTo>
                      <a:pt x="-1" y="86"/>
                      <a:pt x="-1" y="79"/>
                      <a:pt x="4" y="77"/>
                    </a:cubicBezTo>
                    <a:lnTo>
                      <a:pt x="59" y="62"/>
                    </a:lnTo>
                    <a:cubicBezTo>
                      <a:pt x="61" y="61"/>
                      <a:pt x="62" y="60"/>
                      <a:pt x="63" y="58"/>
                    </a:cubicBezTo>
                    <a:lnTo>
                      <a:pt x="79" y="4"/>
                    </a:lnTo>
                    <a:cubicBezTo>
                      <a:pt x="80" y="-2"/>
                      <a:pt x="88" y="-2"/>
                      <a:pt x="90" y="4"/>
                    </a:cubicBezTo>
                    <a:lnTo>
                      <a:pt x="106" y="57"/>
                    </a:lnTo>
                    <a:cubicBezTo>
                      <a:pt x="107" y="59"/>
                      <a:pt x="108" y="60"/>
                      <a:pt x="110" y="6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750" lIns="90000" spcFirstLastPara="1" rIns="90000" wrap="square" tIns="14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30"/>
              <p:cNvSpPr/>
              <p:nvPr/>
            </p:nvSpPr>
            <p:spPr>
              <a:xfrm>
                <a:off x="7269585" y="3822046"/>
                <a:ext cx="129964" cy="129181"/>
              </a:xfrm>
              <a:custGeom>
                <a:rect b="b" l="l" r="r" t="t"/>
                <a:pathLst>
                  <a:path extrusionOk="0" h="165" w="166">
                    <a:moveTo>
                      <a:pt x="110" y="60"/>
                    </a:moveTo>
                    <a:lnTo>
                      <a:pt x="162" y="76"/>
                    </a:lnTo>
                    <a:cubicBezTo>
                      <a:pt x="168" y="77"/>
                      <a:pt x="167" y="85"/>
                      <a:pt x="162" y="87"/>
                    </a:cubicBezTo>
                    <a:lnTo>
                      <a:pt x="110" y="102"/>
                    </a:lnTo>
                    <a:cubicBezTo>
                      <a:pt x="108" y="102"/>
                      <a:pt x="107" y="104"/>
                      <a:pt x="106" y="106"/>
                    </a:cubicBezTo>
                    <a:lnTo>
                      <a:pt x="89" y="161"/>
                    </a:lnTo>
                    <a:cubicBezTo>
                      <a:pt x="88" y="166"/>
                      <a:pt x="80" y="167"/>
                      <a:pt x="78" y="161"/>
                    </a:cubicBezTo>
                    <a:lnTo>
                      <a:pt x="61" y="111"/>
                    </a:lnTo>
                    <a:cubicBezTo>
                      <a:pt x="61" y="109"/>
                      <a:pt x="59" y="108"/>
                      <a:pt x="57" y="107"/>
                    </a:cubicBezTo>
                    <a:lnTo>
                      <a:pt x="4" y="88"/>
                    </a:lnTo>
                    <a:cubicBezTo>
                      <a:pt x="-1" y="86"/>
                      <a:pt x="-1" y="78"/>
                      <a:pt x="4" y="77"/>
                    </a:cubicBezTo>
                    <a:lnTo>
                      <a:pt x="59" y="61"/>
                    </a:lnTo>
                    <a:cubicBezTo>
                      <a:pt x="61" y="60"/>
                      <a:pt x="62" y="59"/>
                      <a:pt x="63" y="57"/>
                    </a:cubicBezTo>
                    <a:lnTo>
                      <a:pt x="78" y="3"/>
                    </a:lnTo>
                    <a:cubicBezTo>
                      <a:pt x="80" y="-2"/>
                      <a:pt x="88" y="-2"/>
                      <a:pt x="90" y="3"/>
                    </a:cubicBezTo>
                    <a:lnTo>
                      <a:pt x="106" y="56"/>
                    </a:lnTo>
                    <a:cubicBezTo>
                      <a:pt x="107" y="58"/>
                      <a:pt x="108" y="59"/>
                      <a:pt x="110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14400" lIns="90000" spcFirstLastPara="1" rIns="90000" wrap="square" tIns="14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7" name="Google Shape;467;p30"/>
            <p:cNvGrpSpPr/>
            <p:nvPr/>
          </p:nvGrpSpPr>
          <p:grpSpPr>
            <a:xfrm>
              <a:off x="7340830" y="3427457"/>
              <a:ext cx="1241702" cy="915227"/>
              <a:chOff x="7340830" y="3427457"/>
              <a:chExt cx="1241702" cy="915227"/>
            </a:xfrm>
          </p:grpSpPr>
          <p:sp>
            <p:nvSpPr>
              <p:cNvPr id="468" name="Google Shape;468;p30"/>
              <p:cNvSpPr/>
              <p:nvPr/>
            </p:nvSpPr>
            <p:spPr>
              <a:xfrm>
                <a:off x="8438475" y="3509663"/>
                <a:ext cx="144056" cy="143273"/>
              </a:xfrm>
              <a:custGeom>
                <a:rect b="b" l="l" r="r" t="t"/>
                <a:pathLst>
                  <a:path extrusionOk="0" h="183" w="184">
                    <a:moveTo>
                      <a:pt x="92" y="183"/>
                    </a:moveTo>
                    <a:cubicBezTo>
                      <a:pt x="41" y="183"/>
                      <a:pt x="0" y="143"/>
                      <a:pt x="0" y="92"/>
                    </a:cubicBezTo>
                    <a:cubicBezTo>
                      <a:pt x="0" y="42"/>
                      <a:pt x="41" y="0"/>
                      <a:pt x="92" y="0"/>
                    </a:cubicBezTo>
                    <a:cubicBezTo>
                      <a:pt x="142" y="0"/>
                      <a:pt x="184" y="42"/>
                      <a:pt x="184" y="92"/>
                    </a:cubicBezTo>
                    <a:cubicBezTo>
                      <a:pt x="184" y="143"/>
                      <a:pt x="142" y="183"/>
                      <a:pt x="92" y="183"/>
                    </a:cubicBezTo>
                    <a:moveTo>
                      <a:pt x="92" y="12"/>
                    </a:moveTo>
                    <a:cubicBezTo>
                      <a:pt x="48" y="12"/>
                      <a:pt x="12" y="48"/>
                      <a:pt x="12" y="92"/>
                    </a:cubicBezTo>
                    <a:cubicBezTo>
                      <a:pt x="12" y="136"/>
                      <a:pt x="48" y="172"/>
                      <a:pt x="92" y="172"/>
                    </a:cubicBezTo>
                    <a:cubicBezTo>
                      <a:pt x="136" y="172"/>
                      <a:pt x="172" y="136"/>
                      <a:pt x="172" y="92"/>
                    </a:cubicBezTo>
                    <a:cubicBezTo>
                      <a:pt x="172" y="48"/>
                      <a:pt x="136" y="12"/>
                      <a:pt x="92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30"/>
              <p:cNvSpPr/>
              <p:nvPr/>
            </p:nvSpPr>
            <p:spPr>
              <a:xfrm>
                <a:off x="7441826" y="4199410"/>
                <a:ext cx="143273" cy="143273"/>
              </a:xfrm>
              <a:custGeom>
                <a:rect b="b" l="l" r="r" t="t"/>
                <a:pathLst>
                  <a:path extrusionOk="0" h="183" w="183">
                    <a:moveTo>
                      <a:pt x="91" y="183"/>
                    </a:moveTo>
                    <a:cubicBezTo>
                      <a:pt x="41" y="183"/>
                      <a:pt x="0" y="143"/>
                      <a:pt x="0" y="92"/>
                    </a:cubicBezTo>
                    <a:cubicBezTo>
                      <a:pt x="0" y="42"/>
                      <a:pt x="40" y="0"/>
                      <a:pt x="91" y="0"/>
                    </a:cubicBezTo>
                    <a:cubicBezTo>
                      <a:pt x="141" y="0"/>
                      <a:pt x="183" y="42"/>
                      <a:pt x="183" y="92"/>
                    </a:cubicBezTo>
                    <a:cubicBezTo>
                      <a:pt x="183" y="143"/>
                      <a:pt x="142" y="183"/>
                      <a:pt x="91" y="183"/>
                    </a:cubicBezTo>
                    <a:moveTo>
                      <a:pt x="91" y="12"/>
                    </a:moveTo>
                    <a:cubicBezTo>
                      <a:pt x="47" y="12"/>
                      <a:pt x="11" y="48"/>
                      <a:pt x="11" y="92"/>
                    </a:cubicBezTo>
                    <a:cubicBezTo>
                      <a:pt x="11" y="136"/>
                      <a:pt x="46" y="172"/>
                      <a:pt x="91" y="172"/>
                    </a:cubicBezTo>
                    <a:cubicBezTo>
                      <a:pt x="135" y="172"/>
                      <a:pt x="172" y="136"/>
                      <a:pt x="172" y="92"/>
                    </a:cubicBezTo>
                    <a:cubicBezTo>
                      <a:pt x="172" y="48"/>
                      <a:pt x="136" y="12"/>
                      <a:pt x="91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30"/>
              <p:cNvSpPr/>
              <p:nvPr/>
            </p:nvSpPr>
            <p:spPr>
              <a:xfrm>
                <a:off x="7340830" y="3427457"/>
                <a:ext cx="143273" cy="143273"/>
              </a:xfrm>
              <a:custGeom>
                <a:rect b="b" l="l" r="r" t="t"/>
                <a:pathLst>
                  <a:path extrusionOk="0" h="183" w="183">
                    <a:moveTo>
                      <a:pt x="92" y="183"/>
                    </a:moveTo>
                    <a:cubicBezTo>
                      <a:pt x="41" y="183"/>
                      <a:pt x="0" y="142"/>
                      <a:pt x="0" y="91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2" y="0"/>
                      <a:pt x="183" y="41"/>
                      <a:pt x="183" y="91"/>
                    </a:cubicBezTo>
                    <a:cubicBezTo>
                      <a:pt x="183" y="142"/>
                      <a:pt x="142" y="183"/>
                      <a:pt x="92" y="183"/>
                    </a:cubicBezTo>
                    <a:moveTo>
                      <a:pt x="92" y="11"/>
                    </a:moveTo>
                    <a:cubicBezTo>
                      <a:pt x="47" y="11"/>
                      <a:pt x="11" y="47"/>
                      <a:pt x="11" y="91"/>
                    </a:cubicBezTo>
                    <a:cubicBezTo>
                      <a:pt x="11" y="136"/>
                      <a:pt x="47" y="172"/>
                      <a:pt x="92" y="172"/>
                    </a:cubicBezTo>
                    <a:cubicBezTo>
                      <a:pt x="136" y="172"/>
                      <a:pt x="172" y="136"/>
                      <a:pt x="172" y="91"/>
                    </a:cubicBezTo>
                    <a:cubicBezTo>
                      <a:pt x="172" y="47"/>
                      <a:pt x="136" y="11"/>
                      <a:pt x="92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20875" lIns="90000" spcFirstLastPara="1" rIns="90000" wrap="square" tIns="20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1" name="Google Shape;471;p30"/>
          <p:cNvSpPr/>
          <p:nvPr/>
        </p:nvSpPr>
        <p:spPr>
          <a:xfrm>
            <a:off x="6425567" y="836191"/>
            <a:ext cx="384900" cy="384900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8045868" y="3322230"/>
            <a:ext cx="384900" cy="384900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6183478" y="4181488"/>
            <a:ext cx="312000" cy="312000"/>
          </a:xfrm>
          <a:prstGeom prst="star4">
            <a:avLst>
              <a:gd fmla="val 1008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474" name="Google Shape;474;p30"/>
          <p:cNvSpPr txBox="1"/>
          <p:nvPr/>
        </p:nvSpPr>
        <p:spPr>
          <a:xfrm>
            <a:off x="648875" y="3952875"/>
            <a:ext cx="4610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Presented by : </a:t>
            </a:r>
            <a:r>
              <a:rPr b="1" lang="en" sz="16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 VAISHNAVI VENKAT (3rd yr AIE)</a:t>
            </a:r>
            <a:endParaRPr b="1" sz="16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 </a:t>
            </a:r>
            <a:endParaRPr b="1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5</a:t>
            </a:r>
            <a:r>
              <a:rPr b="1" lang="en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th August </a:t>
            </a:r>
            <a:r>
              <a:rPr b="1" lang="en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2024</a:t>
            </a:r>
            <a:endParaRPr b="1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1"/>
          <p:cNvSpPr txBox="1"/>
          <p:nvPr>
            <p:ph type="ctrTitle"/>
          </p:nvPr>
        </p:nvSpPr>
        <p:spPr>
          <a:xfrm>
            <a:off x="901625" y="634925"/>
            <a:ext cx="7575600" cy="31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What do you think when you hear the term 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 Alternates"/>
                <a:ea typeface="Montserrat Alternates"/>
                <a:cs typeface="Montserrat Alternates"/>
                <a:sym typeface="Montserrat Alternates"/>
              </a:rPr>
              <a:t>CT</a:t>
            </a:r>
            <a:r>
              <a:rPr lang="en"/>
              <a:t> 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450" y="841975"/>
            <a:ext cx="3022100" cy="36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2"/>
          <p:cNvSpPr txBox="1"/>
          <p:nvPr>
            <p:ph type="ctrTitle"/>
          </p:nvPr>
        </p:nvSpPr>
        <p:spPr>
          <a:xfrm>
            <a:off x="854225" y="410150"/>
            <a:ext cx="4537200" cy="6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Montserrat Alternates"/>
                <a:ea typeface="Montserrat Alternates"/>
                <a:cs typeface="Montserrat Alternates"/>
                <a:sym typeface="Montserrat Alternates"/>
              </a:rPr>
              <a:t>WHAT IS CT ?</a:t>
            </a:r>
            <a:endParaRPr b="1" sz="3500"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441850" y="1227500"/>
            <a:ext cx="51555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lengo"/>
              <a:buChar char="●"/>
            </a:pPr>
            <a:r>
              <a:rPr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A combination of skills which involves LOGICAL DECISIONS &amp; PROBLEM SOLVING </a:t>
            </a:r>
            <a:endParaRPr sz="20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lengo"/>
              <a:buChar char="●"/>
            </a:pPr>
            <a:r>
              <a:rPr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CT is necessary for a computer/</a:t>
            </a:r>
            <a:r>
              <a:rPr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machine</a:t>
            </a:r>
            <a:r>
              <a:rPr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 to carry out its solution </a:t>
            </a:r>
            <a:endParaRPr sz="20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lengo"/>
              <a:buChar char="●"/>
            </a:pPr>
            <a:r>
              <a:rPr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And finally it is most important for </a:t>
            </a:r>
            <a:endParaRPr sz="20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CS </a:t>
            </a:r>
            <a:r>
              <a:rPr b="1"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people</a:t>
            </a:r>
            <a:r>
              <a:rPr b="1" lang="en" sz="20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 </a:t>
            </a:r>
            <a:endParaRPr b="1" sz="20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3"/>
          <p:cNvSpPr txBox="1"/>
          <p:nvPr>
            <p:ph type="ctrTitle"/>
          </p:nvPr>
        </p:nvSpPr>
        <p:spPr>
          <a:xfrm>
            <a:off x="619500" y="552050"/>
            <a:ext cx="79050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2"/>
                </a:solidFill>
              </a:rPr>
              <a:t>4 Elements of CT</a:t>
            </a:r>
            <a:endParaRPr sz="4300">
              <a:solidFill>
                <a:schemeClr val="dk2"/>
              </a:solidFill>
            </a:endParaRPr>
          </a:p>
        </p:txBody>
      </p:sp>
      <p:sp>
        <p:nvSpPr>
          <p:cNvPr id="492" name="Google Shape;492;p33"/>
          <p:cNvSpPr txBox="1"/>
          <p:nvPr/>
        </p:nvSpPr>
        <p:spPr>
          <a:xfrm>
            <a:off x="512850" y="1191950"/>
            <a:ext cx="8118300" cy="3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  <p:pic>
        <p:nvPicPr>
          <p:cNvPr id="493" name="Google Shape;4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375" y="1457325"/>
            <a:ext cx="64116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188" y="3204538"/>
            <a:ext cx="16478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"/>
          <p:cNvSpPr txBox="1"/>
          <p:nvPr>
            <p:ph type="ctrTitle"/>
          </p:nvPr>
        </p:nvSpPr>
        <p:spPr>
          <a:xfrm>
            <a:off x="619500" y="552050"/>
            <a:ext cx="79050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2"/>
                </a:solidFill>
              </a:rPr>
              <a:t>4 Elements of CT</a:t>
            </a:r>
            <a:endParaRPr sz="4300">
              <a:solidFill>
                <a:schemeClr val="dk2"/>
              </a:solidFill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489250" y="1191950"/>
            <a:ext cx="8118300" cy="3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  <p:pic>
        <p:nvPicPr>
          <p:cNvPr id="501" name="Google Shape;501;p34"/>
          <p:cNvPicPr preferRelativeResize="0"/>
          <p:nvPr/>
        </p:nvPicPr>
        <p:blipFill rotWithShape="1">
          <a:blip r:embed="rId3">
            <a:alphaModFix/>
          </a:blip>
          <a:srcRect b="0" l="0" r="0" t="4571"/>
          <a:stretch/>
        </p:blipFill>
        <p:spPr>
          <a:xfrm>
            <a:off x="489250" y="1298599"/>
            <a:ext cx="7267575" cy="22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2025" y="3259613"/>
            <a:ext cx="28575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5"/>
          <p:cNvSpPr txBox="1"/>
          <p:nvPr>
            <p:ph type="ctrTitle"/>
          </p:nvPr>
        </p:nvSpPr>
        <p:spPr>
          <a:xfrm>
            <a:off x="619500" y="552050"/>
            <a:ext cx="79050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2"/>
                </a:solidFill>
              </a:rPr>
              <a:t>4 Elements of CT</a:t>
            </a:r>
            <a:endParaRPr sz="4300">
              <a:solidFill>
                <a:schemeClr val="dk2"/>
              </a:solidFill>
            </a:endParaRPr>
          </a:p>
        </p:txBody>
      </p:sp>
      <p:pic>
        <p:nvPicPr>
          <p:cNvPr id="508" name="Google Shape;5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00" y="1338438"/>
            <a:ext cx="57954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275" y="3064475"/>
            <a:ext cx="2857500" cy="10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25" y="1352550"/>
            <a:ext cx="67437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6"/>
          <p:cNvSpPr txBox="1"/>
          <p:nvPr>
            <p:ph type="ctrTitle"/>
          </p:nvPr>
        </p:nvSpPr>
        <p:spPr>
          <a:xfrm>
            <a:off x="619500" y="552050"/>
            <a:ext cx="79050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2"/>
                </a:solidFill>
              </a:rPr>
              <a:t>4 Elements of CT</a:t>
            </a:r>
            <a:endParaRPr sz="4300">
              <a:solidFill>
                <a:schemeClr val="dk2"/>
              </a:solidFill>
            </a:endParaRPr>
          </a:p>
        </p:txBody>
      </p:sp>
      <p:pic>
        <p:nvPicPr>
          <p:cNvPr id="516" name="Google Shape;5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5525" y="2920575"/>
            <a:ext cx="172007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7"/>
          <p:cNvSpPr txBox="1"/>
          <p:nvPr>
            <p:ph type="ctrTitle"/>
          </p:nvPr>
        </p:nvSpPr>
        <p:spPr>
          <a:xfrm>
            <a:off x="1139850" y="658650"/>
            <a:ext cx="6745800" cy="79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</a:t>
            </a:r>
            <a:endParaRPr/>
          </a:p>
        </p:txBody>
      </p:sp>
      <p:sp>
        <p:nvSpPr>
          <p:cNvPr id="522" name="Google Shape;522;p37"/>
          <p:cNvSpPr txBox="1"/>
          <p:nvPr/>
        </p:nvSpPr>
        <p:spPr>
          <a:xfrm>
            <a:off x="572200" y="1552575"/>
            <a:ext cx="7679700" cy="27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  <p:pic>
        <p:nvPicPr>
          <p:cNvPr id="523" name="Google Shape;5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825" y="1770975"/>
            <a:ext cx="3602800" cy="27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"/>
          <p:cNvSpPr txBox="1"/>
          <p:nvPr/>
        </p:nvSpPr>
        <p:spPr>
          <a:xfrm>
            <a:off x="548500" y="528300"/>
            <a:ext cx="8201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Molengo"/>
                <a:ea typeface="Molengo"/>
                <a:cs typeface="Molengo"/>
                <a:sym typeface="Molengo"/>
              </a:rPr>
              <a:t>INSTRUCTIONS </a:t>
            </a:r>
            <a:endParaRPr b="1" sz="3600">
              <a:solidFill>
                <a:schemeClr val="dk2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  <p:sp>
        <p:nvSpPr>
          <p:cNvPr id="529" name="Google Shape;529;p38"/>
          <p:cNvSpPr txBox="1"/>
          <p:nvPr/>
        </p:nvSpPr>
        <p:spPr>
          <a:xfrm>
            <a:off x="607750" y="1345975"/>
            <a:ext cx="7952400" cy="3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lengo"/>
              <a:buChar char="●"/>
            </a:pPr>
            <a:r>
              <a:rPr lang="en" sz="2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THE ENTIRE CLASS IS DIVIDED INTO 4 GROUPS </a:t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lengo"/>
              <a:buChar char="●"/>
            </a:pPr>
            <a:r>
              <a:rPr lang="en" sz="2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EACH TEAM SHOULD WRITE A STEP WISE ALGO AND ONE PERSON FROM THE TEAM GETS 3 CHANCES TO IDENTIFY THE OBJECT.</a:t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lengo"/>
              <a:buChar char="●"/>
            </a:pPr>
            <a:r>
              <a:rPr lang="en" sz="2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TEAM WHO TAKES THE LEAST CHANCE IS THE WINNER.</a:t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9"/>
          <p:cNvSpPr txBox="1"/>
          <p:nvPr>
            <p:ph type="title"/>
          </p:nvPr>
        </p:nvSpPr>
        <p:spPr>
          <a:xfrm>
            <a:off x="720000" y="4805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         ALGO       PSEUDOCODE</a:t>
            </a:r>
            <a:endParaRPr/>
          </a:p>
        </p:txBody>
      </p:sp>
      <p:cxnSp>
        <p:nvCxnSpPr>
          <p:cNvPr id="535" name="Google Shape;535;p39"/>
          <p:cNvCxnSpPr/>
          <p:nvPr/>
        </p:nvCxnSpPr>
        <p:spPr>
          <a:xfrm>
            <a:off x="2184025" y="731375"/>
            <a:ext cx="69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39"/>
          <p:cNvCxnSpPr/>
          <p:nvPr/>
        </p:nvCxnSpPr>
        <p:spPr>
          <a:xfrm>
            <a:off x="4127650" y="731375"/>
            <a:ext cx="628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39"/>
          <p:cNvSpPr txBox="1"/>
          <p:nvPr/>
        </p:nvSpPr>
        <p:spPr>
          <a:xfrm>
            <a:off x="429900" y="1180100"/>
            <a:ext cx="82842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lengo"/>
              <a:buAutoNum type="arabicParenR"/>
            </a:pPr>
            <a:r>
              <a:rPr lang="en" sz="25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FIND THE SUM OF NUMBERS FROM </a:t>
            </a:r>
            <a:r>
              <a:rPr lang="en" sz="2500">
                <a:solidFill>
                  <a:schemeClr val="dk1"/>
                </a:solidFill>
              </a:rPr>
              <a:t>1  TO 200</a:t>
            </a:r>
            <a:r>
              <a:rPr lang="en" sz="25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 </a:t>
            </a:r>
            <a:endParaRPr sz="25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Decomposition</a:t>
            </a:r>
            <a:r>
              <a:rPr lang="en" sz="2000">
                <a:solidFill>
                  <a:schemeClr val="dk1"/>
                </a:solidFill>
              </a:rPr>
              <a:t>: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  <p:pic>
        <p:nvPicPr>
          <p:cNvPr id="538" name="Google Shape;5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575" y="2297438"/>
            <a:ext cx="1895475" cy="2276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9" name="Google Shape;539;p39"/>
          <p:cNvCxnSpPr/>
          <p:nvPr/>
        </p:nvCxnSpPr>
        <p:spPr>
          <a:xfrm>
            <a:off x="3855125" y="3242225"/>
            <a:ext cx="865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40" name="Google Shape;54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6700" y="2202200"/>
            <a:ext cx="2300125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0"/>
          <p:cNvSpPr txBox="1"/>
          <p:nvPr/>
        </p:nvSpPr>
        <p:spPr>
          <a:xfrm>
            <a:off x="785525" y="663675"/>
            <a:ext cx="7537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Pattern Recognition</a:t>
            </a:r>
            <a:r>
              <a:rPr lang="en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600" y="1338275"/>
            <a:ext cx="2074850" cy="246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7" name="Google Shape;547;p40"/>
          <p:cNvCxnSpPr/>
          <p:nvPr/>
        </p:nvCxnSpPr>
        <p:spPr>
          <a:xfrm>
            <a:off x="2705450" y="2424500"/>
            <a:ext cx="865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48" name="Google Shape;5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9825" y="1243473"/>
            <a:ext cx="2204350" cy="246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40"/>
          <p:cNvCxnSpPr/>
          <p:nvPr/>
        </p:nvCxnSpPr>
        <p:spPr>
          <a:xfrm>
            <a:off x="5761425" y="2424500"/>
            <a:ext cx="865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0" name="Google Shape;55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6625" y="1091550"/>
            <a:ext cx="1967400" cy="26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3250" y="4135425"/>
            <a:ext cx="2273425" cy="6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"/>
          <p:cNvSpPr txBox="1"/>
          <p:nvPr/>
        </p:nvSpPr>
        <p:spPr>
          <a:xfrm>
            <a:off x="557000" y="433450"/>
            <a:ext cx="7943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Abstraction</a:t>
            </a:r>
            <a:r>
              <a:rPr lang="en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7" name="Google Shape;5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525" y="1537250"/>
            <a:ext cx="67056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313" y="2571750"/>
            <a:ext cx="7058025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2"/>
          <p:cNvSpPr txBox="1"/>
          <p:nvPr/>
        </p:nvSpPr>
        <p:spPr>
          <a:xfrm>
            <a:off x="604425" y="865150"/>
            <a:ext cx="3594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Algorithm Design</a:t>
            </a:r>
            <a:r>
              <a:rPr lang="en" sz="2400">
                <a:solidFill>
                  <a:schemeClr val="dk1"/>
                </a:solidFill>
              </a:rPr>
              <a:t>: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sum = 0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for i in range(1, 201):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   sum = sum + i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print sum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4" name="Google Shape;564;p42"/>
          <p:cNvSpPr txBox="1"/>
          <p:nvPr/>
        </p:nvSpPr>
        <p:spPr>
          <a:xfrm>
            <a:off x="4672775" y="1102175"/>
            <a:ext cx="39567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</a:t>
            </a:r>
            <a:r>
              <a:rPr lang="en" sz="1700"/>
              <a:t> Initialize the sum variable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9900"/>
                </a:solidFill>
              </a:rPr>
              <a:t>sum </a:t>
            </a:r>
            <a:r>
              <a:rPr lang="en" sz="1700"/>
              <a:t>= </a:t>
            </a:r>
            <a:r>
              <a:rPr lang="en" sz="1700">
                <a:solidFill>
                  <a:srgbClr val="FF00FF"/>
                </a:solidFill>
              </a:rPr>
              <a:t>0</a:t>
            </a:r>
            <a:endParaRPr sz="17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</a:t>
            </a:r>
            <a:r>
              <a:rPr lang="en" sz="1700"/>
              <a:t>Loop through numbers from 1 to 200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for i in </a:t>
            </a:r>
            <a:r>
              <a:rPr lang="en" sz="1700">
                <a:solidFill>
                  <a:srgbClr val="FF9900"/>
                </a:solidFill>
              </a:rPr>
              <a:t>range</a:t>
            </a:r>
            <a:r>
              <a:rPr lang="en" sz="1700"/>
              <a:t>(</a:t>
            </a:r>
            <a:r>
              <a:rPr lang="en" sz="1700">
                <a:solidFill>
                  <a:srgbClr val="FF00FF"/>
                </a:solidFill>
              </a:rPr>
              <a:t>1</a:t>
            </a:r>
            <a:r>
              <a:rPr lang="en" sz="1700">
                <a:solidFill>
                  <a:srgbClr val="FF00FF"/>
                </a:solidFill>
              </a:rPr>
              <a:t>, 20</a:t>
            </a:r>
            <a:r>
              <a:rPr lang="en" sz="1700">
                <a:solidFill>
                  <a:srgbClr val="FF00FF"/>
                </a:solidFill>
              </a:rPr>
              <a:t>1</a:t>
            </a:r>
            <a:r>
              <a:rPr lang="en" sz="1700"/>
              <a:t>):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</a:t>
            </a:r>
            <a:r>
              <a:rPr lang="en" sz="1700">
                <a:solidFill>
                  <a:srgbClr val="FF9900"/>
                </a:solidFill>
              </a:rPr>
              <a:t>sum</a:t>
            </a:r>
            <a:r>
              <a:rPr lang="en" sz="1700"/>
              <a:t> += i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Print the result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9900"/>
                </a:solidFill>
              </a:rPr>
              <a:t>print</a:t>
            </a:r>
            <a:r>
              <a:rPr lang="en" sz="1700"/>
              <a:t>("The sum of numbers from 1 to 200 is:", </a:t>
            </a:r>
            <a:r>
              <a:rPr lang="en" sz="1700">
                <a:solidFill>
                  <a:srgbClr val="FF9900"/>
                </a:solidFill>
              </a:rPr>
              <a:t>sum</a:t>
            </a:r>
            <a:r>
              <a:rPr lang="en" sz="1700"/>
              <a:t>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"/>
          <p:cNvSpPr txBox="1"/>
          <p:nvPr>
            <p:ph idx="1" type="subTitle"/>
          </p:nvPr>
        </p:nvSpPr>
        <p:spPr>
          <a:xfrm>
            <a:off x="642900" y="1017725"/>
            <a:ext cx="3929100" cy="3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Approach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Decomposition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: Check divisibility of the number by any number less than itself.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Pattern Recognition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: A prime number is only divisible by 1 and itself.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Abstraction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: Focus on divisibility.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Algorithm Design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: Write the steps to check divisibility.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 Alternates"/>
                <a:ea typeface="Montserrat Alternates"/>
                <a:cs typeface="Montserrat Alternates"/>
                <a:sym typeface="Montserrat Alternates"/>
              </a:rPr>
              <a:t>2) CHECKING IF THE NUMBER IS PRIME</a:t>
            </a:r>
            <a:endParaRPr b="1" sz="2500"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sp>
        <p:nvSpPr>
          <p:cNvPr id="571" name="Google Shape;571;p43"/>
          <p:cNvSpPr txBox="1"/>
          <p:nvPr>
            <p:ph idx="1" type="subTitle"/>
          </p:nvPr>
        </p:nvSpPr>
        <p:spPr>
          <a:xfrm>
            <a:off x="4771500" y="1017725"/>
            <a:ext cx="3929100" cy="3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Algorithm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If the number is less than or equal to 1, it is not prime.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Loop from 2 to the number.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If the number is divisibl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by any of these, it is not prime.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If no divisors are found, the number is prime.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577" name="Google Shape;577;p44"/>
          <p:cNvSpPr txBox="1"/>
          <p:nvPr/>
        </p:nvSpPr>
        <p:spPr>
          <a:xfrm>
            <a:off x="2800275" y="1268100"/>
            <a:ext cx="33657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 sz="2000"/>
              <a:t>f number &lt;= 1: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print "Not prime"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else: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for i in range(2, number):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if number % i == 0: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print "Not prime"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break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else: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print "Prime"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5"/>
          <p:cNvSpPr txBox="1"/>
          <p:nvPr>
            <p:ph type="title"/>
          </p:nvPr>
        </p:nvSpPr>
        <p:spPr>
          <a:xfrm>
            <a:off x="85035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PYTHON</a:t>
            </a:r>
            <a:endParaRPr/>
          </a:p>
        </p:txBody>
      </p:sp>
      <p:sp>
        <p:nvSpPr>
          <p:cNvPr id="583" name="Google Shape;583;p45"/>
          <p:cNvSpPr txBox="1"/>
          <p:nvPr/>
        </p:nvSpPr>
        <p:spPr>
          <a:xfrm>
            <a:off x="607750" y="1017725"/>
            <a:ext cx="7704000" cy="3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lengo"/>
              <a:buChar char="●"/>
            </a:pPr>
            <a:r>
              <a:rPr lang="en" sz="2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High level language </a:t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lengo"/>
              <a:buChar char="●"/>
            </a:pPr>
            <a:r>
              <a:rPr lang="en" sz="22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Easily interpretable and simple to code with</a:t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  <p:pic>
        <p:nvPicPr>
          <p:cNvPr id="584" name="Google Shape;5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0875" y="1951100"/>
            <a:ext cx="17716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POPULARITY OF PYTHON</a:t>
            </a:r>
            <a:endParaRPr/>
          </a:p>
        </p:txBody>
      </p:sp>
      <p:sp>
        <p:nvSpPr>
          <p:cNvPr id="590" name="Google Shape;590;p46"/>
          <p:cNvSpPr txBox="1"/>
          <p:nvPr/>
        </p:nvSpPr>
        <p:spPr>
          <a:xfrm>
            <a:off x="501100" y="1191950"/>
            <a:ext cx="80709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Readability</a:t>
            </a:r>
            <a:r>
              <a:rPr lang="en" sz="1800">
                <a:solidFill>
                  <a:schemeClr val="dk1"/>
                </a:solidFill>
              </a:rPr>
              <a:t>: Python's syntax is clear and easy to understand, which reduces the cost of program maintenance.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Versatility</a:t>
            </a:r>
            <a:r>
              <a:rPr lang="en" sz="1800">
                <a:solidFill>
                  <a:schemeClr val="dk1"/>
                </a:solidFill>
              </a:rPr>
              <a:t>: Python can be used for web development, data analysis, artificial intelligence, scientific computing, and more.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Community and Libraries</a:t>
            </a:r>
            <a:r>
              <a:rPr lang="en" sz="1800">
                <a:solidFill>
                  <a:schemeClr val="dk1"/>
                </a:solidFill>
              </a:rPr>
              <a:t>: Python has a vast ecosystem of libraries and frameworks (e.g., NumPy, Pandas, TensorFlow, Django), which speeds up development and reduces the need to write code from scratch.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Cross-Platform</a:t>
            </a:r>
            <a:r>
              <a:rPr lang="en" sz="1800">
                <a:solidFill>
                  <a:schemeClr val="dk1"/>
                </a:solidFill>
              </a:rPr>
              <a:t>: Python runs on various platforms (Windows, macOS, Linux), making it highly portable.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PYTHON</a:t>
            </a:r>
            <a:endParaRPr/>
          </a:p>
        </p:txBody>
      </p:sp>
      <p:sp>
        <p:nvSpPr>
          <p:cNvPr id="596" name="Google Shape;596;p47"/>
          <p:cNvSpPr txBox="1"/>
          <p:nvPr/>
        </p:nvSpPr>
        <p:spPr>
          <a:xfrm>
            <a:off x="844775" y="1251200"/>
            <a:ext cx="7579200" cy="3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Applications in Various Fields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Web Development</a:t>
            </a:r>
            <a:r>
              <a:rPr lang="en" sz="2100">
                <a:solidFill>
                  <a:schemeClr val="dk1"/>
                </a:solidFill>
              </a:rPr>
              <a:t>: Frameworks like Django and Flask.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Data Analysis</a:t>
            </a:r>
            <a:r>
              <a:rPr lang="en" sz="2100">
                <a:solidFill>
                  <a:schemeClr val="dk1"/>
                </a:solidFill>
              </a:rPr>
              <a:t>: Libraries like Pandas and NumPy.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Machine Learning and AI</a:t>
            </a:r>
            <a:r>
              <a:rPr lang="en" sz="2100">
                <a:solidFill>
                  <a:schemeClr val="dk1"/>
                </a:solidFill>
              </a:rPr>
              <a:t>: Libraries like TensorFlow and scikit-learn.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Scientific Computing</a:t>
            </a:r>
            <a:r>
              <a:rPr lang="en" sz="2100">
                <a:solidFill>
                  <a:schemeClr val="dk1"/>
                </a:solidFill>
              </a:rPr>
              <a:t>: Tools like SciPy.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Automation</a:t>
            </a:r>
            <a:r>
              <a:rPr lang="en" sz="2100">
                <a:solidFill>
                  <a:schemeClr val="dk1"/>
                </a:solidFill>
              </a:rPr>
              <a:t>: Scripting and task automation.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BIOINFORMATICS </a:t>
            </a:r>
            <a:endParaRPr/>
          </a:p>
        </p:txBody>
      </p:sp>
      <p:pic>
        <p:nvPicPr>
          <p:cNvPr id="602" name="Google Shape;6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925" y="1193850"/>
            <a:ext cx="4651850" cy="326909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8"/>
          <p:cNvSpPr txBox="1"/>
          <p:nvPr/>
        </p:nvSpPr>
        <p:spPr>
          <a:xfrm>
            <a:off x="418125" y="1193850"/>
            <a:ext cx="34605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lengo"/>
                <a:ea typeface="Molengo"/>
                <a:cs typeface="Molengo"/>
                <a:sym typeface="Molengo"/>
              </a:rPr>
              <a:t>Bioinformatics is an interdisciplinary field that combines biology, computer science, and data analysis to understand and interpret biological data</a:t>
            </a:r>
            <a:endParaRPr sz="17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lengo"/>
              <a:ea typeface="Molengo"/>
              <a:cs typeface="Molengo"/>
              <a:sym typeface="Moleng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Intersection of Biology, Computer Science, and Data Analysis</a:t>
            </a:r>
            <a:endParaRPr sz="2300"/>
          </a:p>
        </p:txBody>
      </p:sp>
      <p:sp>
        <p:nvSpPr>
          <p:cNvPr id="609" name="Google Shape;609;p49"/>
          <p:cNvSpPr txBox="1"/>
          <p:nvPr/>
        </p:nvSpPr>
        <p:spPr>
          <a:xfrm>
            <a:off x="720000" y="1085250"/>
            <a:ext cx="7513800" cy="29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Biology</a:t>
            </a:r>
            <a:r>
              <a:rPr lang="en" sz="1500">
                <a:solidFill>
                  <a:schemeClr val="dk1"/>
                </a:solidFill>
              </a:rPr>
              <a:t>: Provides the raw data (e.g., DNA sequences, protein structures).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Computer Science</a:t>
            </a:r>
            <a:r>
              <a:rPr lang="en" sz="1500">
                <a:solidFill>
                  <a:schemeClr val="dk1"/>
                </a:solidFill>
              </a:rPr>
              <a:t>: Provides the algorithms and computational tools to process and analyze the data.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Data Analysis</a:t>
            </a:r>
            <a:r>
              <a:rPr lang="en" sz="1500">
                <a:solidFill>
                  <a:schemeClr val="dk1"/>
                </a:solidFill>
              </a:rPr>
              <a:t>: Applies statistical and machine learning techniques to extract meaningful insights from the data.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Examples of Bioinformatics Applications</a:t>
            </a:r>
            <a:endParaRPr/>
          </a:p>
        </p:txBody>
      </p:sp>
      <p:sp>
        <p:nvSpPr>
          <p:cNvPr id="615" name="Google Shape;615;p50"/>
          <p:cNvSpPr txBox="1"/>
          <p:nvPr/>
        </p:nvSpPr>
        <p:spPr>
          <a:xfrm>
            <a:off x="783750" y="711600"/>
            <a:ext cx="7576500" cy="3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Genomics</a:t>
            </a:r>
            <a:r>
              <a:rPr lang="en" sz="1800">
                <a:solidFill>
                  <a:schemeClr val="dk1"/>
                </a:solidFill>
              </a:rPr>
              <a:t>: Sequencing and analyzing genomes to understand genetic variation and disease.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Proteomics</a:t>
            </a:r>
            <a:r>
              <a:rPr lang="en" sz="1800">
                <a:solidFill>
                  <a:schemeClr val="dk1"/>
                </a:solidFill>
              </a:rPr>
              <a:t>: Studying the structure and function of proteins.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Drug Discovery</a:t>
            </a:r>
            <a:r>
              <a:rPr lang="en" sz="1800">
                <a:solidFill>
                  <a:schemeClr val="dk1"/>
                </a:solidFill>
              </a:rPr>
              <a:t>: Identifying potential drug targets and predicting drug interactions.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Evolutionary Biology</a:t>
            </a:r>
            <a:r>
              <a:rPr lang="en" sz="1800">
                <a:solidFill>
                  <a:schemeClr val="dk1"/>
                </a:solidFill>
              </a:rPr>
              <a:t>: Understanding the evolutionary relationships between species.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Personalized Medicine</a:t>
            </a:r>
            <a:r>
              <a:rPr lang="en" sz="1800">
                <a:solidFill>
                  <a:schemeClr val="dk1"/>
                </a:solidFill>
              </a:rPr>
              <a:t>: Tailoring medical treatment to individual genetic profiles.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1"/>
          <p:cNvSpPr txBox="1"/>
          <p:nvPr/>
        </p:nvSpPr>
        <p:spPr>
          <a:xfrm>
            <a:off x="3303900" y="1772675"/>
            <a:ext cx="25362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rPr>
              <a:t>The End</a:t>
            </a:r>
            <a:endParaRPr b="1" sz="3500">
              <a:solidFill>
                <a:schemeClr val="dk2"/>
              </a:solidFill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2"/>
          <p:cNvSpPr txBox="1"/>
          <p:nvPr>
            <p:ph type="title"/>
          </p:nvPr>
        </p:nvSpPr>
        <p:spPr>
          <a:xfrm>
            <a:off x="720000" y="2435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 SESSIONS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Computational Thinking 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Setting up Jupyter Notebook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Python basic </a:t>
            </a:r>
            <a:r>
              <a:rPr lang="en" sz="1700"/>
              <a:t>syntax</a:t>
            </a:r>
            <a:r>
              <a:rPr lang="en" sz="1700"/>
              <a:t> and data types 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Conditional statement and loops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Lists,tuples,sets,arrays,dictionaries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Calling functions,return functions ,lambda functions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2 sessions of problem solving in </a:t>
            </a:r>
            <a:r>
              <a:rPr lang="en" sz="1700"/>
              <a:t>python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 is bioinformatics ?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Representing DNA structures using excel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Reading and Writing DNA Sequences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Intro to Machine Learning 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velop your Soft Skills Workshop by Slidesgo">
  <a:themeElements>
    <a:clrScheme name="Simple Light">
      <a:dk1>
        <a:srgbClr val="000000"/>
      </a:dk1>
      <a:lt1>
        <a:srgbClr val="945D5F"/>
      </a:lt1>
      <a:dk2>
        <a:srgbClr val="C23825"/>
      </a:dk2>
      <a:lt2>
        <a:srgbClr val="EB927A"/>
      </a:lt2>
      <a:accent1>
        <a:srgbClr val="FFC063"/>
      </a:accent1>
      <a:accent2>
        <a:srgbClr val="F8BDFF"/>
      </a:accent2>
      <a:accent3>
        <a:srgbClr val="6E72FF"/>
      </a:accent3>
      <a:accent4>
        <a:srgbClr val="B5E1E8"/>
      </a:accent4>
      <a:accent5>
        <a:srgbClr val="C0D48C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